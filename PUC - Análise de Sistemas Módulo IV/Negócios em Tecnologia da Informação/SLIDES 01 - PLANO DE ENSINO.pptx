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4" r:id="rId1"/>
  </p:sldMasterIdLst>
  <p:sldIdLst>
    <p:sldId id="257" r:id="rId2"/>
    <p:sldId id="259" r:id="rId3"/>
    <p:sldId id="256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" userId="1c6ea600-0156-4b2e-89bf-e085457b2a45" providerId="ADAL" clId="{FEBE93C8-61FA-40D0-A185-7DA13515FD83}"/>
    <pc:docChg chg="undo custSel mod modSld">
      <pc:chgData name="LEONARDO" userId="1c6ea600-0156-4b2e-89bf-e085457b2a45" providerId="ADAL" clId="{FEBE93C8-61FA-40D0-A185-7DA13515FD83}" dt="2021-02-19T22:41:51.933" v="81" actId="2710"/>
      <pc:docMkLst>
        <pc:docMk/>
      </pc:docMkLst>
      <pc:sldChg chg="addSp delSp modSp mod setBg">
        <pc:chgData name="LEONARDO" userId="1c6ea600-0156-4b2e-89bf-e085457b2a45" providerId="ADAL" clId="{FEBE93C8-61FA-40D0-A185-7DA13515FD83}" dt="2021-02-19T22:38:54.474" v="4" actId="26606"/>
        <pc:sldMkLst>
          <pc:docMk/>
          <pc:sldMk cId="4137982040" sldId="260"/>
        </pc:sldMkLst>
        <pc:spChg chg="mod">
          <ac:chgData name="LEONARDO" userId="1c6ea600-0156-4b2e-89bf-e085457b2a45" providerId="ADAL" clId="{FEBE93C8-61FA-40D0-A185-7DA13515FD83}" dt="2021-02-19T22:38:54.474" v="4" actId="26606"/>
          <ac:spMkLst>
            <pc:docMk/>
            <pc:sldMk cId="4137982040" sldId="260"/>
            <ac:spMk id="4" creationId="{051D9A7A-495E-4DA3-B02D-C64D0C5374D3}"/>
          </ac:spMkLst>
        </pc:spChg>
        <pc:spChg chg="add del mod">
          <ac:chgData name="LEONARDO" userId="1c6ea600-0156-4b2e-89bf-e085457b2a45" providerId="ADAL" clId="{FEBE93C8-61FA-40D0-A185-7DA13515FD83}" dt="2021-02-19T22:38:54.474" v="4" actId="26606"/>
          <ac:spMkLst>
            <pc:docMk/>
            <pc:sldMk cId="4137982040" sldId="260"/>
            <ac:spMk id="5" creationId="{BA876799-2CBB-4F4B-9CA7-E0C6A8135B88}"/>
          </ac:spMkLst>
        </pc:spChg>
        <pc:spChg chg="add del">
          <ac:chgData name="LEONARDO" userId="1c6ea600-0156-4b2e-89bf-e085457b2a45" providerId="ADAL" clId="{FEBE93C8-61FA-40D0-A185-7DA13515FD83}" dt="2021-02-19T22:38:43.127" v="1" actId="26606"/>
          <ac:spMkLst>
            <pc:docMk/>
            <pc:sldMk cId="4137982040" sldId="260"/>
            <ac:spMk id="10" creationId="{EC45AD9C-F21B-4046-AF68-07A246947920}"/>
          </ac:spMkLst>
        </pc:spChg>
        <pc:spChg chg="add del">
          <ac:chgData name="LEONARDO" userId="1c6ea600-0156-4b2e-89bf-e085457b2a45" providerId="ADAL" clId="{FEBE93C8-61FA-40D0-A185-7DA13515FD83}" dt="2021-02-19T22:38:54.438" v="3" actId="26606"/>
          <ac:spMkLst>
            <pc:docMk/>
            <pc:sldMk cId="4137982040" sldId="260"/>
            <ac:spMk id="11" creationId="{1485FFDC-0CAD-450C-A1F1-75E392CC81DC}"/>
          </ac:spMkLst>
        </pc:spChg>
        <pc:spChg chg="add del">
          <ac:chgData name="LEONARDO" userId="1c6ea600-0156-4b2e-89bf-e085457b2a45" providerId="ADAL" clId="{FEBE93C8-61FA-40D0-A185-7DA13515FD83}" dt="2021-02-19T22:38:54.438" v="3" actId="26606"/>
          <ac:spMkLst>
            <pc:docMk/>
            <pc:sldMk cId="4137982040" sldId="260"/>
            <ac:spMk id="15" creationId="{B1FA2BC7-3F19-4E1C-B3D1-19995D9F6F4E}"/>
          </ac:spMkLst>
        </pc:spChg>
        <pc:spChg chg="add del">
          <ac:chgData name="LEONARDO" userId="1c6ea600-0156-4b2e-89bf-e085457b2a45" providerId="ADAL" clId="{FEBE93C8-61FA-40D0-A185-7DA13515FD83}" dt="2021-02-19T22:38:43.127" v="1" actId="26606"/>
          <ac:spMkLst>
            <pc:docMk/>
            <pc:sldMk cId="4137982040" sldId="260"/>
            <ac:spMk id="16" creationId="{ABC72B1C-D4EE-45CF-A99C-0AD017C4167E}"/>
          </ac:spMkLst>
        </pc:spChg>
        <pc:spChg chg="add del">
          <ac:chgData name="LEONARDO" userId="1c6ea600-0156-4b2e-89bf-e085457b2a45" providerId="ADAL" clId="{FEBE93C8-61FA-40D0-A185-7DA13515FD83}" dt="2021-02-19T22:38:54.438" v="3" actId="26606"/>
          <ac:spMkLst>
            <pc:docMk/>
            <pc:sldMk cId="4137982040" sldId="260"/>
            <ac:spMk id="19" creationId="{73C09592-2DB2-47C0-A5CB-BD39288D13E8}"/>
          </ac:spMkLst>
        </pc:spChg>
        <pc:spChg chg="add del">
          <ac:chgData name="LEONARDO" userId="1c6ea600-0156-4b2e-89bf-e085457b2a45" providerId="ADAL" clId="{FEBE93C8-61FA-40D0-A185-7DA13515FD83}" dt="2021-02-19T22:38:43.127" v="1" actId="26606"/>
          <ac:spMkLst>
            <pc:docMk/>
            <pc:sldMk cId="4137982040" sldId="260"/>
            <ac:spMk id="20" creationId="{A5B2FDF3-1FF8-4FBF-842A-4EA5719F3473}"/>
          </ac:spMkLst>
        </pc:spChg>
        <pc:spChg chg="add del">
          <ac:chgData name="LEONARDO" userId="1c6ea600-0156-4b2e-89bf-e085457b2a45" providerId="ADAL" clId="{FEBE93C8-61FA-40D0-A185-7DA13515FD83}" dt="2021-02-19T22:38:43.127" v="1" actId="26606"/>
          <ac:spMkLst>
            <pc:docMk/>
            <pc:sldMk cId="4137982040" sldId="260"/>
            <ac:spMk id="24" creationId="{DF550B33-5759-49FD-90FC-11EA4ED58187}"/>
          </ac:spMkLst>
        </pc:spChg>
        <pc:graphicFrameChg chg="add del">
          <ac:chgData name="LEONARDO" userId="1c6ea600-0156-4b2e-89bf-e085457b2a45" providerId="ADAL" clId="{FEBE93C8-61FA-40D0-A185-7DA13515FD83}" dt="2021-02-19T22:38:54.438" v="3" actId="26606"/>
          <ac:graphicFrameMkLst>
            <pc:docMk/>
            <pc:sldMk cId="4137982040" sldId="260"/>
            <ac:graphicFrameMk id="7" creationId="{C82A9C35-A9A3-4D34-A665-8FD289FBCA71}"/>
          </ac:graphicFrameMkLst>
        </pc:graphicFrameChg>
        <pc:graphicFrameChg chg="add">
          <ac:chgData name="LEONARDO" userId="1c6ea600-0156-4b2e-89bf-e085457b2a45" providerId="ADAL" clId="{FEBE93C8-61FA-40D0-A185-7DA13515FD83}" dt="2021-02-19T22:38:54.474" v="4" actId="26606"/>
          <ac:graphicFrameMkLst>
            <pc:docMk/>
            <pc:sldMk cId="4137982040" sldId="260"/>
            <ac:graphicFrameMk id="21" creationId="{91C869C0-6FA8-4371-8577-DC9217D1E1CF}"/>
          </ac:graphicFrameMkLst>
        </pc:graphicFrameChg>
        <pc:picChg chg="add del">
          <ac:chgData name="LEONARDO" userId="1c6ea600-0156-4b2e-89bf-e085457b2a45" providerId="ADAL" clId="{FEBE93C8-61FA-40D0-A185-7DA13515FD83}" dt="2021-02-19T22:38:43.127" v="1" actId="26606"/>
          <ac:picMkLst>
            <pc:docMk/>
            <pc:sldMk cId="4137982040" sldId="260"/>
            <ac:picMk id="12" creationId="{85F5BD6E-AB48-4A2D-AA03-D787D54FAF0E}"/>
          </ac:picMkLst>
        </pc:picChg>
        <pc:picChg chg="add del">
          <ac:chgData name="LEONARDO" userId="1c6ea600-0156-4b2e-89bf-e085457b2a45" providerId="ADAL" clId="{FEBE93C8-61FA-40D0-A185-7DA13515FD83}" dt="2021-02-19T22:38:54.438" v="3" actId="26606"/>
          <ac:picMkLst>
            <pc:docMk/>
            <pc:sldMk cId="4137982040" sldId="260"/>
            <ac:picMk id="13" creationId="{F9672BDB-4ABD-40E5-A8B8-F7340E3BD8D5}"/>
          </ac:picMkLst>
        </pc:picChg>
        <pc:picChg chg="add del">
          <ac:chgData name="LEONARDO" userId="1c6ea600-0156-4b2e-89bf-e085457b2a45" providerId="ADAL" clId="{FEBE93C8-61FA-40D0-A185-7DA13515FD83}" dt="2021-02-19T22:38:43.127" v="1" actId="26606"/>
          <ac:picMkLst>
            <pc:docMk/>
            <pc:sldMk cId="4137982040" sldId="260"/>
            <ac:picMk id="14" creationId="{3221115A-B66A-4D35-9D9F-97A91D887F0A}"/>
          </ac:picMkLst>
        </pc:picChg>
        <pc:picChg chg="add del">
          <ac:chgData name="LEONARDO" userId="1c6ea600-0156-4b2e-89bf-e085457b2a45" providerId="ADAL" clId="{FEBE93C8-61FA-40D0-A185-7DA13515FD83}" dt="2021-02-19T22:38:54.438" v="3" actId="26606"/>
          <ac:picMkLst>
            <pc:docMk/>
            <pc:sldMk cId="4137982040" sldId="260"/>
            <ac:picMk id="17" creationId="{62FF40B5-1E36-4442-8D28-D1AA571AD2EB}"/>
          </ac:picMkLst>
        </pc:picChg>
        <pc:picChg chg="add del">
          <ac:chgData name="LEONARDO" userId="1c6ea600-0156-4b2e-89bf-e085457b2a45" providerId="ADAL" clId="{FEBE93C8-61FA-40D0-A185-7DA13515FD83}" dt="2021-02-19T22:38:43.127" v="1" actId="26606"/>
          <ac:picMkLst>
            <pc:docMk/>
            <pc:sldMk cId="4137982040" sldId="260"/>
            <ac:picMk id="18" creationId="{38AB44AF-E52F-46C5-8C2C-8487AC8B1B65}"/>
          </ac:picMkLst>
        </pc:picChg>
        <pc:picChg chg="add del">
          <ac:chgData name="LEONARDO" userId="1c6ea600-0156-4b2e-89bf-e085457b2a45" providerId="ADAL" clId="{FEBE93C8-61FA-40D0-A185-7DA13515FD83}" dt="2021-02-19T22:38:43.127" v="1" actId="26606"/>
          <ac:picMkLst>
            <pc:docMk/>
            <pc:sldMk cId="4137982040" sldId="260"/>
            <ac:picMk id="22" creationId="{6389DEC8-49B8-4778-BB47-FF48E8C5B6CF}"/>
          </ac:picMkLst>
        </pc:picChg>
      </pc:sldChg>
      <pc:sldChg chg="addSp delSp modSp mod setBg">
        <pc:chgData name="LEONARDO" userId="1c6ea600-0156-4b2e-89bf-e085457b2a45" providerId="ADAL" clId="{FEBE93C8-61FA-40D0-A185-7DA13515FD83}" dt="2021-02-19T22:39:15.826" v="11" actId="26606"/>
        <pc:sldMkLst>
          <pc:docMk/>
          <pc:sldMk cId="173704322" sldId="261"/>
        </pc:sldMkLst>
        <pc:spChg chg="mod">
          <ac:chgData name="LEONARDO" userId="1c6ea600-0156-4b2e-89bf-e085457b2a45" providerId="ADAL" clId="{FEBE93C8-61FA-40D0-A185-7DA13515FD83}" dt="2021-02-19T22:39:15.826" v="11" actId="26606"/>
          <ac:spMkLst>
            <pc:docMk/>
            <pc:sldMk cId="173704322" sldId="261"/>
            <ac:spMk id="4" creationId="{051D9A7A-495E-4DA3-B02D-C64D0C5374D3}"/>
          </ac:spMkLst>
        </pc:spChg>
        <pc:spChg chg="add del">
          <ac:chgData name="LEONARDO" userId="1c6ea600-0156-4b2e-89bf-e085457b2a45" providerId="ADAL" clId="{FEBE93C8-61FA-40D0-A185-7DA13515FD83}" dt="2021-02-19T22:39:15.826" v="11" actId="26606"/>
          <ac:spMkLst>
            <pc:docMk/>
            <pc:sldMk cId="173704322" sldId="261"/>
            <ac:spMk id="5" creationId="{BA876799-2CBB-4F4B-9CA7-E0C6A8135B88}"/>
          </ac:spMkLst>
        </pc:spChg>
        <pc:spChg chg="add del">
          <ac:chgData name="LEONARDO" userId="1c6ea600-0156-4b2e-89bf-e085457b2a45" providerId="ADAL" clId="{FEBE93C8-61FA-40D0-A185-7DA13515FD83}" dt="2021-02-19T22:39:12.386" v="8" actId="26606"/>
          <ac:spMkLst>
            <pc:docMk/>
            <pc:sldMk cId="173704322" sldId="261"/>
            <ac:spMk id="11" creationId="{1485FFDC-0CAD-450C-A1F1-75E392CC81DC}"/>
          </ac:spMkLst>
        </pc:spChg>
        <pc:spChg chg="add del">
          <ac:chgData name="LEONARDO" userId="1c6ea600-0156-4b2e-89bf-e085457b2a45" providerId="ADAL" clId="{FEBE93C8-61FA-40D0-A185-7DA13515FD83}" dt="2021-02-19T22:39:12.386" v="8" actId="26606"/>
          <ac:spMkLst>
            <pc:docMk/>
            <pc:sldMk cId="173704322" sldId="261"/>
            <ac:spMk id="15" creationId="{B1FA2BC7-3F19-4E1C-B3D1-19995D9F6F4E}"/>
          </ac:spMkLst>
        </pc:spChg>
        <pc:spChg chg="add del">
          <ac:chgData name="LEONARDO" userId="1c6ea600-0156-4b2e-89bf-e085457b2a45" providerId="ADAL" clId="{FEBE93C8-61FA-40D0-A185-7DA13515FD83}" dt="2021-02-19T22:39:12.386" v="8" actId="26606"/>
          <ac:spMkLst>
            <pc:docMk/>
            <pc:sldMk cId="173704322" sldId="261"/>
            <ac:spMk id="19" creationId="{73C09592-2DB2-47C0-A5CB-BD39288D13E8}"/>
          </ac:spMkLst>
        </pc:spChg>
        <pc:spChg chg="add del">
          <ac:chgData name="LEONARDO" userId="1c6ea600-0156-4b2e-89bf-e085457b2a45" providerId="ADAL" clId="{FEBE93C8-61FA-40D0-A185-7DA13515FD83}" dt="2021-02-19T22:39:15.667" v="10" actId="26606"/>
          <ac:spMkLst>
            <pc:docMk/>
            <pc:sldMk cId="173704322" sldId="261"/>
            <ac:spMk id="22" creationId="{6BF66F84-488A-4844-9842-54A44AA1B839}"/>
          </ac:spMkLst>
        </pc:spChg>
        <pc:spChg chg="add del">
          <ac:chgData name="LEONARDO" userId="1c6ea600-0156-4b2e-89bf-e085457b2a45" providerId="ADAL" clId="{FEBE93C8-61FA-40D0-A185-7DA13515FD83}" dt="2021-02-19T22:39:15.667" v="10" actId="26606"/>
          <ac:spMkLst>
            <pc:docMk/>
            <pc:sldMk cId="173704322" sldId="261"/>
            <ac:spMk id="25" creationId="{8A223C6B-9B09-429F-8EC7-2247F6F85719}"/>
          </ac:spMkLst>
        </pc:spChg>
        <pc:spChg chg="add del">
          <ac:chgData name="LEONARDO" userId="1c6ea600-0156-4b2e-89bf-e085457b2a45" providerId="ADAL" clId="{FEBE93C8-61FA-40D0-A185-7DA13515FD83}" dt="2021-02-19T22:39:15.667" v="10" actId="26606"/>
          <ac:spMkLst>
            <pc:docMk/>
            <pc:sldMk cId="173704322" sldId="261"/>
            <ac:spMk id="26" creationId="{2545D866-050C-4D40-A605-67E60B8544E8}"/>
          </ac:spMkLst>
        </pc:spChg>
        <pc:spChg chg="add del">
          <ac:chgData name="LEONARDO" userId="1c6ea600-0156-4b2e-89bf-e085457b2a45" providerId="ADAL" clId="{FEBE93C8-61FA-40D0-A185-7DA13515FD83}" dt="2021-02-19T22:39:15.667" v="10" actId="26606"/>
          <ac:spMkLst>
            <pc:docMk/>
            <pc:sldMk cId="173704322" sldId="261"/>
            <ac:spMk id="27" creationId="{27720AC9-C70E-49B0-A839-1AF327EB7449}"/>
          </ac:spMkLst>
        </pc:spChg>
        <pc:spChg chg="add">
          <ac:chgData name="LEONARDO" userId="1c6ea600-0156-4b2e-89bf-e085457b2a45" providerId="ADAL" clId="{FEBE93C8-61FA-40D0-A185-7DA13515FD83}" dt="2021-02-19T22:39:15.826" v="11" actId="26606"/>
          <ac:spMkLst>
            <pc:docMk/>
            <pc:sldMk cId="173704322" sldId="261"/>
            <ac:spMk id="30" creationId="{1485FFDC-0CAD-450C-A1F1-75E392CC81DC}"/>
          </ac:spMkLst>
        </pc:spChg>
        <pc:spChg chg="add">
          <ac:chgData name="LEONARDO" userId="1c6ea600-0156-4b2e-89bf-e085457b2a45" providerId="ADAL" clId="{FEBE93C8-61FA-40D0-A185-7DA13515FD83}" dt="2021-02-19T22:39:15.826" v="11" actId="26606"/>
          <ac:spMkLst>
            <pc:docMk/>
            <pc:sldMk cId="173704322" sldId="261"/>
            <ac:spMk id="32" creationId="{B1FA2BC7-3F19-4E1C-B3D1-19995D9F6F4E}"/>
          </ac:spMkLst>
        </pc:spChg>
        <pc:spChg chg="add">
          <ac:chgData name="LEONARDO" userId="1c6ea600-0156-4b2e-89bf-e085457b2a45" providerId="ADAL" clId="{FEBE93C8-61FA-40D0-A185-7DA13515FD83}" dt="2021-02-19T22:39:15.826" v="11" actId="26606"/>
          <ac:spMkLst>
            <pc:docMk/>
            <pc:sldMk cId="173704322" sldId="261"/>
            <ac:spMk id="34" creationId="{73C09592-2DB2-47C0-A5CB-BD39288D13E8}"/>
          </ac:spMkLst>
        </pc:spChg>
        <pc:graphicFrameChg chg="add del">
          <ac:chgData name="LEONARDO" userId="1c6ea600-0156-4b2e-89bf-e085457b2a45" providerId="ADAL" clId="{FEBE93C8-61FA-40D0-A185-7DA13515FD83}" dt="2021-02-19T22:39:10.095" v="6" actId="26606"/>
          <ac:graphicFrameMkLst>
            <pc:docMk/>
            <pc:sldMk cId="173704322" sldId="261"/>
            <ac:graphicFrameMk id="7" creationId="{02D74F27-8E42-431B-A5E7-0A5F319BF4FB}"/>
          </ac:graphicFrameMkLst>
        </pc:graphicFrameChg>
        <pc:graphicFrameChg chg="add del">
          <ac:chgData name="LEONARDO" userId="1c6ea600-0156-4b2e-89bf-e085457b2a45" providerId="ADAL" clId="{FEBE93C8-61FA-40D0-A185-7DA13515FD83}" dt="2021-02-19T22:39:12.386" v="8" actId="26606"/>
          <ac:graphicFrameMkLst>
            <pc:docMk/>
            <pc:sldMk cId="173704322" sldId="261"/>
            <ac:graphicFrameMk id="9" creationId="{AD7D6FFE-E183-451F-8124-AB480791F5BF}"/>
          </ac:graphicFrameMkLst>
        </pc:graphicFrameChg>
        <pc:graphicFrameChg chg="add del">
          <ac:chgData name="LEONARDO" userId="1c6ea600-0156-4b2e-89bf-e085457b2a45" providerId="ADAL" clId="{FEBE93C8-61FA-40D0-A185-7DA13515FD83}" dt="2021-02-19T22:39:15.667" v="10" actId="26606"/>
          <ac:graphicFrameMkLst>
            <pc:docMk/>
            <pc:sldMk cId="173704322" sldId="261"/>
            <ac:graphicFrameMk id="28" creationId="{8274D834-FD24-4805-9AE6-E34101950868}"/>
          </ac:graphicFrameMkLst>
        </pc:graphicFrameChg>
        <pc:graphicFrameChg chg="add">
          <ac:chgData name="LEONARDO" userId="1c6ea600-0156-4b2e-89bf-e085457b2a45" providerId="ADAL" clId="{FEBE93C8-61FA-40D0-A185-7DA13515FD83}" dt="2021-02-19T22:39:15.826" v="11" actId="26606"/>
          <ac:graphicFrameMkLst>
            <pc:docMk/>
            <pc:sldMk cId="173704322" sldId="261"/>
            <ac:graphicFrameMk id="35" creationId="{E60E5619-7588-4FF1-B90D-9DB39B5201B5}"/>
          </ac:graphicFrameMkLst>
        </pc:graphicFrameChg>
        <pc:picChg chg="add del">
          <ac:chgData name="LEONARDO" userId="1c6ea600-0156-4b2e-89bf-e085457b2a45" providerId="ADAL" clId="{FEBE93C8-61FA-40D0-A185-7DA13515FD83}" dt="2021-02-19T22:39:12.386" v="8" actId="26606"/>
          <ac:picMkLst>
            <pc:docMk/>
            <pc:sldMk cId="173704322" sldId="261"/>
            <ac:picMk id="13" creationId="{F9672BDB-4ABD-40E5-A8B8-F7340E3BD8D5}"/>
          </ac:picMkLst>
        </pc:picChg>
        <pc:picChg chg="add del">
          <ac:chgData name="LEONARDO" userId="1c6ea600-0156-4b2e-89bf-e085457b2a45" providerId="ADAL" clId="{FEBE93C8-61FA-40D0-A185-7DA13515FD83}" dt="2021-02-19T22:39:12.386" v="8" actId="26606"/>
          <ac:picMkLst>
            <pc:docMk/>
            <pc:sldMk cId="173704322" sldId="261"/>
            <ac:picMk id="17" creationId="{62FF40B5-1E36-4442-8D28-D1AA571AD2EB}"/>
          </ac:picMkLst>
        </pc:picChg>
        <pc:picChg chg="add del">
          <ac:chgData name="LEONARDO" userId="1c6ea600-0156-4b2e-89bf-e085457b2a45" providerId="ADAL" clId="{FEBE93C8-61FA-40D0-A185-7DA13515FD83}" dt="2021-02-19T22:39:15.667" v="10" actId="26606"/>
          <ac:picMkLst>
            <pc:docMk/>
            <pc:sldMk cId="173704322" sldId="261"/>
            <ac:picMk id="21" creationId="{CC9BA3C9-28E4-43BD-870F-673E1775A211}"/>
          </ac:picMkLst>
        </pc:picChg>
        <pc:picChg chg="add del">
          <ac:chgData name="LEONARDO" userId="1c6ea600-0156-4b2e-89bf-e085457b2a45" providerId="ADAL" clId="{FEBE93C8-61FA-40D0-A185-7DA13515FD83}" dt="2021-02-19T22:39:15.667" v="10" actId="26606"/>
          <ac:picMkLst>
            <pc:docMk/>
            <pc:sldMk cId="173704322" sldId="261"/>
            <ac:picMk id="23" creationId="{8FD19149-7681-43E0-8504-1992ADCF4C19}"/>
          </ac:picMkLst>
        </pc:picChg>
        <pc:picChg chg="add del">
          <ac:chgData name="LEONARDO" userId="1c6ea600-0156-4b2e-89bf-e085457b2a45" providerId="ADAL" clId="{FEBE93C8-61FA-40D0-A185-7DA13515FD83}" dt="2021-02-19T22:39:15.667" v="10" actId="26606"/>
          <ac:picMkLst>
            <pc:docMk/>
            <pc:sldMk cId="173704322" sldId="261"/>
            <ac:picMk id="24" creationId="{7AA5319C-B33F-4EEA-8216-44D49DADED7C}"/>
          </ac:picMkLst>
        </pc:picChg>
        <pc:picChg chg="add">
          <ac:chgData name="LEONARDO" userId="1c6ea600-0156-4b2e-89bf-e085457b2a45" providerId="ADAL" clId="{FEBE93C8-61FA-40D0-A185-7DA13515FD83}" dt="2021-02-19T22:39:15.826" v="11" actId="26606"/>
          <ac:picMkLst>
            <pc:docMk/>
            <pc:sldMk cId="173704322" sldId="261"/>
            <ac:picMk id="31" creationId="{F9672BDB-4ABD-40E5-A8B8-F7340E3BD8D5}"/>
          </ac:picMkLst>
        </pc:picChg>
        <pc:picChg chg="add">
          <ac:chgData name="LEONARDO" userId="1c6ea600-0156-4b2e-89bf-e085457b2a45" providerId="ADAL" clId="{FEBE93C8-61FA-40D0-A185-7DA13515FD83}" dt="2021-02-19T22:39:15.826" v="11" actId="26606"/>
          <ac:picMkLst>
            <pc:docMk/>
            <pc:sldMk cId="173704322" sldId="261"/>
            <ac:picMk id="33" creationId="{62FF40B5-1E36-4442-8D28-D1AA571AD2EB}"/>
          </ac:picMkLst>
        </pc:picChg>
      </pc:sldChg>
      <pc:sldChg chg="addSp delSp modSp mod setBg">
        <pc:chgData name="LEONARDO" userId="1c6ea600-0156-4b2e-89bf-e085457b2a45" providerId="ADAL" clId="{FEBE93C8-61FA-40D0-A185-7DA13515FD83}" dt="2021-02-19T22:39:35.068" v="12" actId="26606"/>
        <pc:sldMkLst>
          <pc:docMk/>
          <pc:sldMk cId="1511732426" sldId="262"/>
        </pc:sldMkLst>
        <pc:spChg chg="mod">
          <ac:chgData name="LEONARDO" userId="1c6ea600-0156-4b2e-89bf-e085457b2a45" providerId="ADAL" clId="{FEBE93C8-61FA-40D0-A185-7DA13515FD83}" dt="2021-02-19T22:39:35.068" v="12" actId="26606"/>
          <ac:spMkLst>
            <pc:docMk/>
            <pc:sldMk cId="1511732426" sldId="262"/>
            <ac:spMk id="4" creationId="{051D9A7A-495E-4DA3-B02D-C64D0C5374D3}"/>
          </ac:spMkLst>
        </pc:spChg>
        <pc:spChg chg="del">
          <ac:chgData name="LEONARDO" userId="1c6ea600-0156-4b2e-89bf-e085457b2a45" providerId="ADAL" clId="{FEBE93C8-61FA-40D0-A185-7DA13515FD83}" dt="2021-02-19T22:39:35.068" v="12" actId="26606"/>
          <ac:spMkLst>
            <pc:docMk/>
            <pc:sldMk cId="1511732426" sldId="262"/>
            <ac:spMk id="5" creationId="{BA876799-2CBB-4F4B-9CA7-E0C6A8135B88}"/>
          </ac:spMkLst>
        </pc:spChg>
        <pc:graphicFrameChg chg="add">
          <ac:chgData name="LEONARDO" userId="1c6ea600-0156-4b2e-89bf-e085457b2a45" providerId="ADAL" clId="{FEBE93C8-61FA-40D0-A185-7DA13515FD83}" dt="2021-02-19T22:39:35.068" v="12" actId="26606"/>
          <ac:graphicFrameMkLst>
            <pc:docMk/>
            <pc:sldMk cId="1511732426" sldId="262"/>
            <ac:graphicFrameMk id="7" creationId="{6DA72DF2-5B74-45B9-BF97-476B9F37DBE1}"/>
          </ac:graphicFrameMkLst>
        </pc:graphicFrameChg>
      </pc:sldChg>
      <pc:sldChg chg="modSp mod setBg">
        <pc:chgData name="LEONARDO" userId="1c6ea600-0156-4b2e-89bf-e085457b2a45" providerId="ADAL" clId="{FEBE93C8-61FA-40D0-A185-7DA13515FD83}" dt="2021-02-19T22:41:37.832" v="78" actId="6549"/>
        <pc:sldMkLst>
          <pc:docMk/>
          <pc:sldMk cId="247106258" sldId="264"/>
        </pc:sldMkLst>
        <pc:spChg chg="mod">
          <ac:chgData name="LEONARDO" userId="1c6ea600-0156-4b2e-89bf-e085457b2a45" providerId="ADAL" clId="{FEBE93C8-61FA-40D0-A185-7DA13515FD83}" dt="2021-02-19T22:40:13.704" v="13" actId="26606"/>
          <ac:spMkLst>
            <pc:docMk/>
            <pc:sldMk cId="247106258" sldId="264"/>
            <ac:spMk id="4" creationId="{051D9A7A-495E-4DA3-B02D-C64D0C5374D3}"/>
          </ac:spMkLst>
        </pc:spChg>
        <pc:graphicFrameChg chg="add mod modGraphic">
          <ac:chgData name="LEONARDO" userId="1c6ea600-0156-4b2e-89bf-e085457b2a45" providerId="ADAL" clId="{FEBE93C8-61FA-40D0-A185-7DA13515FD83}" dt="2021-02-19T22:41:37.832" v="78" actId="6549"/>
          <ac:graphicFrameMkLst>
            <pc:docMk/>
            <pc:sldMk cId="247106258" sldId="264"/>
            <ac:graphicFrameMk id="6" creationId="{AB5FE86E-8BA1-48B5-8A90-A5D3CDEFCAD9}"/>
          </ac:graphicFrameMkLst>
        </pc:graphicFrameChg>
      </pc:sldChg>
      <pc:sldChg chg="modSp mod">
        <pc:chgData name="LEONARDO" userId="1c6ea600-0156-4b2e-89bf-e085457b2a45" providerId="ADAL" clId="{FEBE93C8-61FA-40D0-A185-7DA13515FD83}" dt="2021-02-19T22:41:51.933" v="81" actId="2710"/>
        <pc:sldMkLst>
          <pc:docMk/>
          <pc:sldMk cId="4182229018" sldId="265"/>
        </pc:sldMkLst>
        <pc:spChg chg="mod">
          <ac:chgData name="LEONARDO" userId="1c6ea600-0156-4b2e-89bf-e085457b2a45" providerId="ADAL" clId="{FEBE93C8-61FA-40D0-A185-7DA13515FD83}" dt="2021-02-19T22:41:51.933" v="81" actId="2710"/>
          <ac:spMkLst>
            <pc:docMk/>
            <pc:sldMk cId="4182229018" sldId="265"/>
            <ac:spMk id="5" creationId="{BA876799-2CBB-4F4B-9CA7-E0C6A8135B88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1FAEAD-6959-4211-ADE0-00F701272110}" type="doc">
      <dgm:prSet loTypeId="urn:microsoft.com/office/officeart/2005/8/layout/hList1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08F415E-8248-471E-B768-ADD25C440CA2}">
      <dgm:prSet/>
      <dgm:spPr/>
      <dgm:t>
        <a:bodyPr/>
        <a:lstStyle/>
        <a:p>
          <a:r>
            <a:rPr lang="pt-PT"/>
            <a:t>Plano Financeiro</a:t>
          </a:r>
          <a:endParaRPr lang="en-US"/>
        </a:p>
      </dgm:t>
    </dgm:pt>
    <dgm:pt modelId="{C203FE10-ACFD-44AB-A72F-AB3404905A8B}" type="parTrans" cxnId="{64989E45-EC29-4478-95B2-9ADA77D97160}">
      <dgm:prSet/>
      <dgm:spPr/>
      <dgm:t>
        <a:bodyPr/>
        <a:lstStyle/>
        <a:p>
          <a:endParaRPr lang="en-US"/>
        </a:p>
      </dgm:t>
    </dgm:pt>
    <dgm:pt modelId="{3A865CCD-C841-4C45-A864-00B101674A74}" type="sibTrans" cxnId="{64989E45-EC29-4478-95B2-9ADA77D97160}">
      <dgm:prSet/>
      <dgm:spPr/>
      <dgm:t>
        <a:bodyPr/>
        <a:lstStyle/>
        <a:p>
          <a:endParaRPr lang="en-US"/>
        </a:p>
      </dgm:t>
    </dgm:pt>
    <dgm:pt modelId="{A177C6D0-C39B-4E3F-B25E-01DD559F7A49}">
      <dgm:prSet/>
      <dgm:spPr/>
      <dgm:t>
        <a:bodyPr/>
        <a:lstStyle/>
        <a:p>
          <a:r>
            <a:rPr lang="pt-PT"/>
            <a:t>Análise de custos e margem</a:t>
          </a:r>
          <a:endParaRPr lang="en-US"/>
        </a:p>
      </dgm:t>
    </dgm:pt>
    <dgm:pt modelId="{1699CED5-C2B9-4319-8F28-41B605F8CE90}" type="parTrans" cxnId="{107EB1E5-EE08-440C-AC8F-91290BF143D3}">
      <dgm:prSet/>
      <dgm:spPr/>
      <dgm:t>
        <a:bodyPr/>
        <a:lstStyle/>
        <a:p>
          <a:endParaRPr lang="en-US"/>
        </a:p>
      </dgm:t>
    </dgm:pt>
    <dgm:pt modelId="{DAD16575-4472-430C-B1DE-4ECCD00A20BF}" type="sibTrans" cxnId="{107EB1E5-EE08-440C-AC8F-91290BF143D3}">
      <dgm:prSet/>
      <dgm:spPr/>
      <dgm:t>
        <a:bodyPr/>
        <a:lstStyle/>
        <a:p>
          <a:endParaRPr lang="en-US"/>
        </a:p>
      </dgm:t>
    </dgm:pt>
    <dgm:pt modelId="{B6FD7B4F-3342-4316-BFBA-15D2E2B175B1}">
      <dgm:prSet/>
      <dgm:spPr/>
      <dgm:t>
        <a:bodyPr/>
        <a:lstStyle/>
        <a:p>
          <a:r>
            <a:rPr lang="pt-PT"/>
            <a:t>Ponto de equilibrio</a:t>
          </a:r>
          <a:endParaRPr lang="en-US"/>
        </a:p>
      </dgm:t>
    </dgm:pt>
    <dgm:pt modelId="{21D8CCD6-7711-4991-B42C-A735FC655336}" type="parTrans" cxnId="{5AAB14C5-D91E-491B-AA24-FAFDF3A776F6}">
      <dgm:prSet/>
      <dgm:spPr/>
      <dgm:t>
        <a:bodyPr/>
        <a:lstStyle/>
        <a:p>
          <a:endParaRPr lang="en-US"/>
        </a:p>
      </dgm:t>
    </dgm:pt>
    <dgm:pt modelId="{5591C9AB-7ABC-47B8-9C76-093A0279821D}" type="sibTrans" cxnId="{5AAB14C5-D91E-491B-AA24-FAFDF3A776F6}">
      <dgm:prSet/>
      <dgm:spPr/>
      <dgm:t>
        <a:bodyPr/>
        <a:lstStyle/>
        <a:p>
          <a:endParaRPr lang="en-US"/>
        </a:p>
      </dgm:t>
    </dgm:pt>
    <dgm:pt modelId="{220EDC16-7200-4C75-8CAD-CC42BF7E9392}">
      <dgm:prSet/>
      <dgm:spPr/>
      <dgm:t>
        <a:bodyPr/>
        <a:lstStyle/>
        <a:p>
          <a:r>
            <a:rPr lang="pt-PT"/>
            <a:t>Análise de Cenários</a:t>
          </a:r>
          <a:endParaRPr lang="en-US"/>
        </a:p>
      </dgm:t>
    </dgm:pt>
    <dgm:pt modelId="{7E19052B-0010-4D60-86AC-A848750B866E}" type="parTrans" cxnId="{E0423929-B61E-41A5-A692-161D78DA8173}">
      <dgm:prSet/>
      <dgm:spPr/>
      <dgm:t>
        <a:bodyPr/>
        <a:lstStyle/>
        <a:p>
          <a:endParaRPr lang="en-US"/>
        </a:p>
      </dgm:t>
    </dgm:pt>
    <dgm:pt modelId="{8DCEF056-C9EA-45C1-AE24-8B02BE0E00B9}" type="sibTrans" cxnId="{E0423929-B61E-41A5-A692-161D78DA8173}">
      <dgm:prSet/>
      <dgm:spPr/>
      <dgm:t>
        <a:bodyPr/>
        <a:lstStyle/>
        <a:p>
          <a:endParaRPr lang="en-US"/>
        </a:p>
      </dgm:t>
    </dgm:pt>
    <dgm:pt modelId="{481D2A33-5999-4F34-AC69-30E2F880E987}">
      <dgm:prSet/>
      <dgm:spPr/>
      <dgm:t>
        <a:bodyPr/>
        <a:lstStyle/>
        <a:p>
          <a:r>
            <a:rPr lang="pt-PT"/>
            <a:t>Capital de giro e fluxo de caixa</a:t>
          </a:r>
          <a:endParaRPr lang="en-US"/>
        </a:p>
      </dgm:t>
    </dgm:pt>
    <dgm:pt modelId="{1376F124-9E2A-4F7E-8216-CEB745C94299}" type="parTrans" cxnId="{78408398-B35B-44C2-89A7-4E539888E808}">
      <dgm:prSet/>
      <dgm:spPr/>
      <dgm:t>
        <a:bodyPr/>
        <a:lstStyle/>
        <a:p>
          <a:endParaRPr lang="en-US"/>
        </a:p>
      </dgm:t>
    </dgm:pt>
    <dgm:pt modelId="{92368501-CF56-446F-8F7E-DC2E6B4EBCB8}" type="sibTrans" cxnId="{78408398-B35B-44C2-89A7-4E539888E808}">
      <dgm:prSet/>
      <dgm:spPr/>
      <dgm:t>
        <a:bodyPr/>
        <a:lstStyle/>
        <a:p>
          <a:endParaRPr lang="en-US"/>
        </a:p>
      </dgm:t>
    </dgm:pt>
    <dgm:pt modelId="{40412B7A-60D8-4474-9D87-E682B53341A3}">
      <dgm:prSet/>
      <dgm:spPr/>
      <dgm:t>
        <a:bodyPr/>
        <a:lstStyle/>
        <a:p>
          <a:r>
            <a:rPr lang="pt-PT"/>
            <a:t>Liderança</a:t>
          </a:r>
          <a:endParaRPr lang="en-US"/>
        </a:p>
      </dgm:t>
    </dgm:pt>
    <dgm:pt modelId="{A8A1F8F0-5240-48D9-AE01-6719A1567452}" type="parTrans" cxnId="{32738853-6D53-4F77-9561-26D40F03BB6F}">
      <dgm:prSet/>
      <dgm:spPr/>
      <dgm:t>
        <a:bodyPr/>
        <a:lstStyle/>
        <a:p>
          <a:endParaRPr lang="en-US"/>
        </a:p>
      </dgm:t>
    </dgm:pt>
    <dgm:pt modelId="{E2BB5EBB-B257-40CE-9AC2-4C4487E5D6FA}" type="sibTrans" cxnId="{32738853-6D53-4F77-9561-26D40F03BB6F}">
      <dgm:prSet/>
      <dgm:spPr/>
      <dgm:t>
        <a:bodyPr/>
        <a:lstStyle/>
        <a:p>
          <a:endParaRPr lang="en-US"/>
        </a:p>
      </dgm:t>
    </dgm:pt>
    <dgm:pt modelId="{577BB8FA-7B47-4CD0-8D20-CFED89917DB0}" type="pres">
      <dgm:prSet presAssocID="{311FAEAD-6959-4211-ADE0-00F701272110}" presName="Name0" presStyleCnt="0">
        <dgm:presLayoutVars>
          <dgm:dir/>
          <dgm:animLvl val="lvl"/>
          <dgm:resizeHandles val="exact"/>
        </dgm:presLayoutVars>
      </dgm:prSet>
      <dgm:spPr/>
    </dgm:pt>
    <dgm:pt modelId="{14EEF758-95F0-4201-854B-85B7DE3C2EB3}" type="pres">
      <dgm:prSet presAssocID="{708F415E-8248-471E-B768-ADD25C440CA2}" presName="composite" presStyleCnt="0"/>
      <dgm:spPr/>
    </dgm:pt>
    <dgm:pt modelId="{01CE6A7B-3EA4-4E9C-9C37-8118997C8045}" type="pres">
      <dgm:prSet presAssocID="{708F415E-8248-471E-B768-ADD25C440CA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D0AC1DD-C8A5-482A-90C6-05B19B585AE3}" type="pres">
      <dgm:prSet presAssocID="{708F415E-8248-471E-B768-ADD25C440CA2}" presName="desTx" presStyleLbl="alignAccFollowNode1" presStyleIdx="0" presStyleCnt="3">
        <dgm:presLayoutVars>
          <dgm:bulletEnabled val="1"/>
        </dgm:presLayoutVars>
      </dgm:prSet>
      <dgm:spPr/>
    </dgm:pt>
    <dgm:pt modelId="{5D139278-C257-4AD1-A7E0-037E137DB2E5}" type="pres">
      <dgm:prSet presAssocID="{3A865CCD-C841-4C45-A864-00B101674A74}" presName="space" presStyleCnt="0"/>
      <dgm:spPr/>
    </dgm:pt>
    <dgm:pt modelId="{ADA9B343-990E-4F4B-B18B-5B8D1B1B5BE6}" type="pres">
      <dgm:prSet presAssocID="{220EDC16-7200-4C75-8CAD-CC42BF7E9392}" presName="composite" presStyleCnt="0"/>
      <dgm:spPr/>
    </dgm:pt>
    <dgm:pt modelId="{C7985146-13BD-4E35-BC70-134D4C3CDB12}" type="pres">
      <dgm:prSet presAssocID="{220EDC16-7200-4C75-8CAD-CC42BF7E939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9B6B289-EA87-4FBA-A3B2-CCF1983786BB}" type="pres">
      <dgm:prSet presAssocID="{220EDC16-7200-4C75-8CAD-CC42BF7E9392}" presName="desTx" presStyleLbl="alignAccFollowNode1" presStyleIdx="1" presStyleCnt="3">
        <dgm:presLayoutVars>
          <dgm:bulletEnabled val="1"/>
        </dgm:presLayoutVars>
      </dgm:prSet>
      <dgm:spPr/>
    </dgm:pt>
    <dgm:pt modelId="{78D62BEE-C45F-48B3-99B7-CFCAECECBBAD}" type="pres">
      <dgm:prSet presAssocID="{8DCEF056-C9EA-45C1-AE24-8B02BE0E00B9}" presName="space" presStyleCnt="0"/>
      <dgm:spPr/>
    </dgm:pt>
    <dgm:pt modelId="{983D8C89-F423-4C0C-BC66-0B04B61393F4}" type="pres">
      <dgm:prSet presAssocID="{40412B7A-60D8-4474-9D87-E682B53341A3}" presName="composite" presStyleCnt="0"/>
      <dgm:spPr/>
    </dgm:pt>
    <dgm:pt modelId="{2B9B3447-F9F1-453D-9980-4D10B4396028}" type="pres">
      <dgm:prSet presAssocID="{40412B7A-60D8-4474-9D87-E682B53341A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AE07A8E-5BCD-4553-9B47-2F0DED91A0CA}" type="pres">
      <dgm:prSet presAssocID="{40412B7A-60D8-4474-9D87-E682B53341A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DD6860C-42C0-4735-9889-7594BE7EE1B1}" type="presOf" srcId="{40412B7A-60D8-4474-9D87-E682B53341A3}" destId="{2B9B3447-F9F1-453D-9980-4D10B4396028}" srcOrd="0" destOrd="0" presId="urn:microsoft.com/office/officeart/2005/8/layout/hList1"/>
    <dgm:cxn modelId="{9350DD16-6B59-41F7-A950-A33A5D1EA6EF}" type="presOf" srcId="{B6FD7B4F-3342-4316-BFBA-15D2E2B175B1}" destId="{AD0AC1DD-C8A5-482A-90C6-05B19B585AE3}" srcOrd="0" destOrd="1" presId="urn:microsoft.com/office/officeart/2005/8/layout/hList1"/>
    <dgm:cxn modelId="{E0423929-B61E-41A5-A692-161D78DA8173}" srcId="{311FAEAD-6959-4211-ADE0-00F701272110}" destId="{220EDC16-7200-4C75-8CAD-CC42BF7E9392}" srcOrd="1" destOrd="0" parTransId="{7E19052B-0010-4D60-86AC-A848750B866E}" sibTransId="{8DCEF056-C9EA-45C1-AE24-8B02BE0E00B9}"/>
    <dgm:cxn modelId="{56277664-8A5A-4283-B093-A72D3ED947EC}" type="presOf" srcId="{220EDC16-7200-4C75-8CAD-CC42BF7E9392}" destId="{C7985146-13BD-4E35-BC70-134D4C3CDB12}" srcOrd="0" destOrd="0" presId="urn:microsoft.com/office/officeart/2005/8/layout/hList1"/>
    <dgm:cxn modelId="{64989E45-EC29-4478-95B2-9ADA77D97160}" srcId="{311FAEAD-6959-4211-ADE0-00F701272110}" destId="{708F415E-8248-471E-B768-ADD25C440CA2}" srcOrd="0" destOrd="0" parTransId="{C203FE10-ACFD-44AB-A72F-AB3404905A8B}" sibTransId="{3A865CCD-C841-4C45-A864-00B101674A74}"/>
    <dgm:cxn modelId="{32738853-6D53-4F77-9561-26D40F03BB6F}" srcId="{311FAEAD-6959-4211-ADE0-00F701272110}" destId="{40412B7A-60D8-4474-9D87-E682B53341A3}" srcOrd="2" destOrd="0" parTransId="{A8A1F8F0-5240-48D9-AE01-6719A1567452}" sibTransId="{E2BB5EBB-B257-40CE-9AC2-4C4487E5D6FA}"/>
    <dgm:cxn modelId="{D193007D-F618-42BE-8716-0EC93E405891}" type="presOf" srcId="{A177C6D0-C39B-4E3F-B25E-01DD559F7A49}" destId="{AD0AC1DD-C8A5-482A-90C6-05B19B585AE3}" srcOrd="0" destOrd="0" presId="urn:microsoft.com/office/officeart/2005/8/layout/hList1"/>
    <dgm:cxn modelId="{78408398-B35B-44C2-89A7-4E539888E808}" srcId="{220EDC16-7200-4C75-8CAD-CC42BF7E9392}" destId="{481D2A33-5999-4F34-AC69-30E2F880E987}" srcOrd="0" destOrd="0" parTransId="{1376F124-9E2A-4F7E-8216-CEB745C94299}" sibTransId="{92368501-CF56-446F-8F7E-DC2E6B4EBCB8}"/>
    <dgm:cxn modelId="{8FFEFEA7-1B20-4A48-AE8C-77A2411638C5}" type="presOf" srcId="{708F415E-8248-471E-B768-ADD25C440CA2}" destId="{01CE6A7B-3EA4-4E9C-9C37-8118997C8045}" srcOrd="0" destOrd="0" presId="urn:microsoft.com/office/officeart/2005/8/layout/hList1"/>
    <dgm:cxn modelId="{5AAB14C5-D91E-491B-AA24-FAFDF3A776F6}" srcId="{708F415E-8248-471E-B768-ADD25C440CA2}" destId="{B6FD7B4F-3342-4316-BFBA-15D2E2B175B1}" srcOrd="1" destOrd="0" parTransId="{21D8CCD6-7711-4991-B42C-A735FC655336}" sibTransId="{5591C9AB-7ABC-47B8-9C76-093A0279821D}"/>
    <dgm:cxn modelId="{8EB396CD-2A6F-4011-B8F1-63FA718B6A40}" type="presOf" srcId="{481D2A33-5999-4F34-AC69-30E2F880E987}" destId="{19B6B289-EA87-4FBA-A3B2-CCF1983786BB}" srcOrd="0" destOrd="0" presId="urn:microsoft.com/office/officeart/2005/8/layout/hList1"/>
    <dgm:cxn modelId="{6057DCCF-B9D1-42B6-8DCD-B3B728E093EA}" type="presOf" srcId="{311FAEAD-6959-4211-ADE0-00F701272110}" destId="{577BB8FA-7B47-4CD0-8D20-CFED89917DB0}" srcOrd="0" destOrd="0" presId="urn:microsoft.com/office/officeart/2005/8/layout/hList1"/>
    <dgm:cxn modelId="{107EB1E5-EE08-440C-AC8F-91290BF143D3}" srcId="{708F415E-8248-471E-B768-ADD25C440CA2}" destId="{A177C6D0-C39B-4E3F-B25E-01DD559F7A49}" srcOrd="0" destOrd="0" parTransId="{1699CED5-C2B9-4319-8F28-41B605F8CE90}" sibTransId="{DAD16575-4472-430C-B1DE-4ECCD00A20BF}"/>
    <dgm:cxn modelId="{B074F46F-BA8B-41FC-A5F6-3AF70FFACAC0}" type="presParOf" srcId="{577BB8FA-7B47-4CD0-8D20-CFED89917DB0}" destId="{14EEF758-95F0-4201-854B-85B7DE3C2EB3}" srcOrd="0" destOrd="0" presId="urn:microsoft.com/office/officeart/2005/8/layout/hList1"/>
    <dgm:cxn modelId="{4F63DB48-E084-4426-B595-425639A2F15B}" type="presParOf" srcId="{14EEF758-95F0-4201-854B-85B7DE3C2EB3}" destId="{01CE6A7B-3EA4-4E9C-9C37-8118997C8045}" srcOrd="0" destOrd="0" presId="urn:microsoft.com/office/officeart/2005/8/layout/hList1"/>
    <dgm:cxn modelId="{92138A5C-0997-4E52-BDA7-6887F04949A9}" type="presParOf" srcId="{14EEF758-95F0-4201-854B-85B7DE3C2EB3}" destId="{AD0AC1DD-C8A5-482A-90C6-05B19B585AE3}" srcOrd="1" destOrd="0" presId="urn:microsoft.com/office/officeart/2005/8/layout/hList1"/>
    <dgm:cxn modelId="{451EE3B5-AFD4-402E-9168-73648BA9D2A1}" type="presParOf" srcId="{577BB8FA-7B47-4CD0-8D20-CFED89917DB0}" destId="{5D139278-C257-4AD1-A7E0-037E137DB2E5}" srcOrd="1" destOrd="0" presId="urn:microsoft.com/office/officeart/2005/8/layout/hList1"/>
    <dgm:cxn modelId="{87442AF0-04C3-4F19-B376-177F33D7092E}" type="presParOf" srcId="{577BB8FA-7B47-4CD0-8D20-CFED89917DB0}" destId="{ADA9B343-990E-4F4B-B18B-5B8D1B1B5BE6}" srcOrd="2" destOrd="0" presId="urn:microsoft.com/office/officeart/2005/8/layout/hList1"/>
    <dgm:cxn modelId="{FC0CB908-93A0-4D9B-9D97-8D926735E63B}" type="presParOf" srcId="{ADA9B343-990E-4F4B-B18B-5B8D1B1B5BE6}" destId="{C7985146-13BD-4E35-BC70-134D4C3CDB12}" srcOrd="0" destOrd="0" presId="urn:microsoft.com/office/officeart/2005/8/layout/hList1"/>
    <dgm:cxn modelId="{D540A79F-D351-4AAF-957C-1F36689AB8F8}" type="presParOf" srcId="{ADA9B343-990E-4F4B-B18B-5B8D1B1B5BE6}" destId="{19B6B289-EA87-4FBA-A3B2-CCF1983786BB}" srcOrd="1" destOrd="0" presId="urn:microsoft.com/office/officeart/2005/8/layout/hList1"/>
    <dgm:cxn modelId="{3FF5BDA1-AA1E-4A40-A3D0-A14FDBF5ECDD}" type="presParOf" srcId="{577BB8FA-7B47-4CD0-8D20-CFED89917DB0}" destId="{78D62BEE-C45F-48B3-99B7-CFCAECECBBAD}" srcOrd="3" destOrd="0" presId="urn:microsoft.com/office/officeart/2005/8/layout/hList1"/>
    <dgm:cxn modelId="{61301798-4B11-46D3-A401-9E49675A800C}" type="presParOf" srcId="{577BB8FA-7B47-4CD0-8D20-CFED89917DB0}" destId="{983D8C89-F423-4C0C-BC66-0B04B61393F4}" srcOrd="4" destOrd="0" presId="urn:microsoft.com/office/officeart/2005/8/layout/hList1"/>
    <dgm:cxn modelId="{6EC9499D-F60B-4FDE-8FC0-0B3252D8D6C5}" type="presParOf" srcId="{983D8C89-F423-4C0C-BC66-0B04B61393F4}" destId="{2B9B3447-F9F1-453D-9980-4D10B4396028}" srcOrd="0" destOrd="0" presId="urn:microsoft.com/office/officeart/2005/8/layout/hList1"/>
    <dgm:cxn modelId="{90708ACB-F32D-4A3B-A538-7CC17393F63A}" type="presParOf" srcId="{983D8C89-F423-4C0C-BC66-0B04B61393F4}" destId="{1AE07A8E-5BCD-4553-9B47-2F0DED91A0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370ECE-2C6D-465D-B467-6283F78CB8DD}" type="doc">
      <dgm:prSet loTypeId="urn:microsoft.com/office/officeart/2005/8/layout/list1" loCatId="list" qsTypeId="urn:microsoft.com/office/officeart/2005/8/quickstyle/simple5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EC1EED8-FBCE-48C4-9D74-1F2F5B1EA45F}">
      <dgm:prSet/>
      <dgm:spPr/>
      <dgm:t>
        <a:bodyPr/>
        <a:lstStyle/>
        <a:p>
          <a:r>
            <a:rPr lang="pt-PT"/>
            <a:t>PBL (Problem Based Leaning)</a:t>
          </a:r>
          <a:endParaRPr lang="en-US"/>
        </a:p>
      </dgm:t>
    </dgm:pt>
    <dgm:pt modelId="{F24F5419-2699-420A-AFD3-5809F17849B9}" type="parTrans" cxnId="{94E3B6F3-548F-4262-9036-A4519F5EEE45}">
      <dgm:prSet/>
      <dgm:spPr/>
      <dgm:t>
        <a:bodyPr/>
        <a:lstStyle/>
        <a:p>
          <a:endParaRPr lang="en-US"/>
        </a:p>
      </dgm:t>
    </dgm:pt>
    <dgm:pt modelId="{DC3E6A8D-51FC-4110-90A1-69D795ADAD0D}" type="sibTrans" cxnId="{94E3B6F3-548F-4262-9036-A4519F5EEE45}">
      <dgm:prSet/>
      <dgm:spPr/>
      <dgm:t>
        <a:bodyPr/>
        <a:lstStyle/>
        <a:p>
          <a:endParaRPr lang="en-US"/>
        </a:p>
      </dgm:t>
    </dgm:pt>
    <dgm:pt modelId="{AF835EF6-D0B8-4920-9592-674B4F2146B6}">
      <dgm:prSet/>
      <dgm:spPr/>
      <dgm:t>
        <a:bodyPr/>
        <a:lstStyle/>
        <a:p>
          <a:r>
            <a:rPr lang="pt-PT"/>
            <a:t>Trabalhos de sistematização individuais e em pequenos grupos</a:t>
          </a:r>
          <a:endParaRPr lang="en-US"/>
        </a:p>
      </dgm:t>
    </dgm:pt>
    <dgm:pt modelId="{7180B01B-EDAE-4E34-BB28-574700296D36}" type="parTrans" cxnId="{7DE16151-ED3C-4CD5-A85B-54DC094A3A22}">
      <dgm:prSet/>
      <dgm:spPr/>
      <dgm:t>
        <a:bodyPr/>
        <a:lstStyle/>
        <a:p>
          <a:endParaRPr lang="en-US"/>
        </a:p>
      </dgm:t>
    </dgm:pt>
    <dgm:pt modelId="{90A6AE1B-0E8A-40DF-AEAC-C1EB19FCA5C0}" type="sibTrans" cxnId="{7DE16151-ED3C-4CD5-A85B-54DC094A3A22}">
      <dgm:prSet/>
      <dgm:spPr/>
      <dgm:t>
        <a:bodyPr/>
        <a:lstStyle/>
        <a:p>
          <a:endParaRPr lang="en-US"/>
        </a:p>
      </dgm:t>
    </dgm:pt>
    <dgm:pt modelId="{66FB819B-A347-42B1-B40D-0816FE38C95D}">
      <dgm:prSet/>
      <dgm:spPr/>
      <dgm:t>
        <a:bodyPr/>
        <a:lstStyle/>
        <a:p>
          <a:r>
            <a:rPr lang="pt-PT"/>
            <a:t>Discussão e reflexão coletiva espontânea e dirigida</a:t>
          </a:r>
          <a:endParaRPr lang="en-US"/>
        </a:p>
      </dgm:t>
    </dgm:pt>
    <dgm:pt modelId="{48C16CEE-2D6C-4028-856E-23E20D50BFBF}" type="parTrans" cxnId="{6035B5EC-704C-4764-BA7F-E59E28FCF550}">
      <dgm:prSet/>
      <dgm:spPr/>
      <dgm:t>
        <a:bodyPr/>
        <a:lstStyle/>
        <a:p>
          <a:endParaRPr lang="en-US"/>
        </a:p>
      </dgm:t>
    </dgm:pt>
    <dgm:pt modelId="{FB8BE89C-C331-444F-BF6D-86CA39D31C9D}" type="sibTrans" cxnId="{6035B5EC-704C-4764-BA7F-E59E28FCF550}">
      <dgm:prSet/>
      <dgm:spPr/>
      <dgm:t>
        <a:bodyPr/>
        <a:lstStyle/>
        <a:p>
          <a:endParaRPr lang="en-US"/>
        </a:p>
      </dgm:t>
    </dgm:pt>
    <dgm:pt modelId="{28B675FF-CF5C-4D03-920F-E86697F84C3B}">
      <dgm:prSet/>
      <dgm:spPr/>
      <dgm:t>
        <a:bodyPr/>
        <a:lstStyle/>
        <a:p>
          <a:r>
            <a:rPr lang="pt-PT"/>
            <a:t>Painel integrado (grupo focal) e debates</a:t>
          </a:r>
          <a:endParaRPr lang="en-US"/>
        </a:p>
      </dgm:t>
    </dgm:pt>
    <dgm:pt modelId="{CC3331B0-2B42-477E-BEDA-3F8A9674FDD9}" type="parTrans" cxnId="{B1C34028-A7C9-482F-8DDD-F4F63CD77947}">
      <dgm:prSet/>
      <dgm:spPr/>
      <dgm:t>
        <a:bodyPr/>
        <a:lstStyle/>
        <a:p>
          <a:endParaRPr lang="en-US"/>
        </a:p>
      </dgm:t>
    </dgm:pt>
    <dgm:pt modelId="{864F69CE-FE89-4A0E-9E65-AD1DBEFC1046}" type="sibTrans" cxnId="{B1C34028-A7C9-482F-8DDD-F4F63CD77947}">
      <dgm:prSet/>
      <dgm:spPr/>
      <dgm:t>
        <a:bodyPr/>
        <a:lstStyle/>
        <a:p>
          <a:endParaRPr lang="en-US"/>
        </a:p>
      </dgm:t>
    </dgm:pt>
    <dgm:pt modelId="{445DF287-D17E-466C-B273-E85B4F97D0C7}">
      <dgm:prSet/>
      <dgm:spPr/>
      <dgm:t>
        <a:bodyPr/>
        <a:lstStyle/>
        <a:p>
          <a:r>
            <a:rPr lang="pt-PT"/>
            <a:t>Observação, registro e análise de aulas em ambiente universitário</a:t>
          </a:r>
          <a:endParaRPr lang="en-US"/>
        </a:p>
      </dgm:t>
    </dgm:pt>
    <dgm:pt modelId="{4E617A23-F3E7-43B9-AD8F-A551E691D314}" type="parTrans" cxnId="{29031906-2D63-4BE2-ABBE-CB4564941FBC}">
      <dgm:prSet/>
      <dgm:spPr/>
      <dgm:t>
        <a:bodyPr/>
        <a:lstStyle/>
        <a:p>
          <a:endParaRPr lang="en-US"/>
        </a:p>
      </dgm:t>
    </dgm:pt>
    <dgm:pt modelId="{99F8EA8E-37A6-4117-B21E-8B15F352CAAA}" type="sibTrans" cxnId="{29031906-2D63-4BE2-ABBE-CB4564941FBC}">
      <dgm:prSet/>
      <dgm:spPr/>
      <dgm:t>
        <a:bodyPr/>
        <a:lstStyle/>
        <a:p>
          <a:endParaRPr lang="en-US"/>
        </a:p>
      </dgm:t>
    </dgm:pt>
    <dgm:pt modelId="{73743552-D396-4198-AB05-49873285B2DE}">
      <dgm:prSet/>
      <dgm:spPr/>
      <dgm:t>
        <a:bodyPr/>
        <a:lstStyle/>
        <a:p>
          <a:r>
            <a:rPr lang="pt-PT"/>
            <a:t>Estudo de casos</a:t>
          </a:r>
          <a:endParaRPr lang="en-US"/>
        </a:p>
      </dgm:t>
    </dgm:pt>
    <dgm:pt modelId="{646ABE26-B204-4A89-B74E-E6267DA382BB}" type="parTrans" cxnId="{41513519-D6E5-4929-93BC-037B1447AE98}">
      <dgm:prSet/>
      <dgm:spPr/>
      <dgm:t>
        <a:bodyPr/>
        <a:lstStyle/>
        <a:p>
          <a:endParaRPr lang="en-US"/>
        </a:p>
      </dgm:t>
    </dgm:pt>
    <dgm:pt modelId="{EDB2542C-82FE-4B86-B161-18255F6DC474}" type="sibTrans" cxnId="{41513519-D6E5-4929-93BC-037B1447AE98}">
      <dgm:prSet/>
      <dgm:spPr/>
      <dgm:t>
        <a:bodyPr/>
        <a:lstStyle/>
        <a:p>
          <a:endParaRPr lang="en-US"/>
        </a:p>
      </dgm:t>
    </dgm:pt>
    <dgm:pt modelId="{745663AA-DCEC-44B1-8BEA-F59CA07C2E74}">
      <dgm:prSet/>
      <dgm:spPr/>
      <dgm:t>
        <a:bodyPr/>
        <a:lstStyle/>
        <a:p>
          <a:r>
            <a:rPr lang="pt-PT"/>
            <a:t>Planejamento, desenvolvimento e avaliação de textos</a:t>
          </a:r>
          <a:endParaRPr lang="en-US"/>
        </a:p>
      </dgm:t>
    </dgm:pt>
    <dgm:pt modelId="{3D11EBFA-BCCC-423C-B0FE-62EBC8B160F5}" type="parTrans" cxnId="{93B8FA72-105C-4247-8DF5-8ACF88F9E29E}">
      <dgm:prSet/>
      <dgm:spPr/>
      <dgm:t>
        <a:bodyPr/>
        <a:lstStyle/>
        <a:p>
          <a:endParaRPr lang="en-US"/>
        </a:p>
      </dgm:t>
    </dgm:pt>
    <dgm:pt modelId="{6A69F620-CD40-4701-8E03-01F600A25D99}" type="sibTrans" cxnId="{93B8FA72-105C-4247-8DF5-8ACF88F9E29E}">
      <dgm:prSet/>
      <dgm:spPr/>
      <dgm:t>
        <a:bodyPr/>
        <a:lstStyle/>
        <a:p>
          <a:endParaRPr lang="en-US"/>
        </a:p>
      </dgm:t>
    </dgm:pt>
    <dgm:pt modelId="{23C389B8-97F8-423D-8686-6C1C487152A7}">
      <dgm:prSet/>
      <dgm:spPr/>
      <dgm:t>
        <a:bodyPr/>
        <a:lstStyle/>
        <a:p>
          <a:r>
            <a:rPr lang="pt-PT"/>
            <a:t>Aulas expositivas dialogadas</a:t>
          </a:r>
          <a:endParaRPr lang="en-US"/>
        </a:p>
      </dgm:t>
    </dgm:pt>
    <dgm:pt modelId="{837ED4B1-0D17-41F5-9B61-D2A5FB1C4A03}" type="parTrans" cxnId="{69B4FA68-EAB0-451E-A0A2-AB82812276A6}">
      <dgm:prSet/>
      <dgm:spPr/>
      <dgm:t>
        <a:bodyPr/>
        <a:lstStyle/>
        <a:p>
          <a:endParaRPr lang="en-US"/>
        </a:p>
      </dgm:t>
    </dgm:pt>
    <dgm:pt modelId="{D64D7672-7A39-4CA6-A1A1-F17A12C457C1}" type="sibTrans" cxnId="{69B4FA68-EAB0-451E-A0A2-AB82812276A6}">
      <dgm:prSet/>
      <dgm:spPr/>
      <dgm:t>
        <a:bodyPr/>
        <a:lstStyle/>
        <a:p>
          <a:endParaRPr lang="en-US"/>
        </a:p>
      </dgm:t>
    </dgm:pt>
    <dgm:pt modelId="{6212D8B3-EB1C-46E4-BD53-29A34AE3AECA}">
      <dgm:prSet/>
      <dgm:spPr/>
      <dgm:t>
        <a:bodyPr/>
        <a:lstStyle/>
        <a:p>
          <a:r>
            <a:rPr lang="pt-PT"/>
            <a:t>Via platafora TEAMS</a:t>
          </a:r>
          <a:endParaRPr lang="en-US"/>
        </a:p>
      </dgm:t>
    </dgm:pt>
    <dgm:pt modelId="{E997F22A-86BB-41BD-811B-83EA8F23EC5E}" type="parTrans" cxnId="{B7FD4F27-8E7A-4A60-971A-F0D8B9DD4BB5}">
      <dgm:prSet/>
      <dgm:spPr/>
      <dgm:t>
        <a:bodyPr/>
        <a:lstStyle/>
        <a:p>
          <a:endParaRPr lang="en-US"/>
        </a:p>
      </dgm:t>
    </dgm:pt>
    <dgm:pt modelId="{DEC975CA-F9D5-4CDA-817B-92EE14F00CCC}" type="sibTrans" cxnId="{B7FD4F27-8E7A-4A60-971A-F0D8B9DD4BB5}">
      <dgm:prSet/>
      <dgm:spPr/>
      <dgm:t>
        <a:bodyPr/>
        <a:lstStyle/>
        <a:p>
          <a:endParaRPr lang="en-US"/>
        </a:p>
      </dgm:t>
    </dgm:pt>
    <dgm:pt modelId="{AB7B4D30-B772-41AA-AC1B-8A4583D9726B}" type="pres">
      <dgm:prSet presAssocID="{71370ECE-2C6D-465D-B467-6283F78CB8DD}" presName="linear" presStyleCnt="0">
        <dgm:presLayoutVars>
          <dgm:dir/>
          <dgm:animLvl val="lvl"/>
          <dgm:resizeHandles val="exact"/>
        </dgm:presLayoutVars>
      </dgm:prSet>
      <dgm:spPr/>
    </dgm:pt>
    <dgm:pt modelId="{D4DDB476-D652-4A34-9BBF-244C4F61DDFE}" type="pres">
      <dgm:prSet presAssocID="{EEC1EED8-FBCE-48C4-9D74-1F2F5B1EA45F}" presName="parentLin" presStyleCnt="0"/>
      <dgm:spPr/>
    </dgm:pt>
    <dgm:pt modelId="{1D2C0114-E497-46B3-AB0A-A0E1B06DA8C8}" type="pres">
      <dgm:prSet presAssocID="{EEC1EED8-FBCE-48C4-9D74-1F2F5B1EA45F}" presName="parentLeftMargin" presStyleLbl="node1" presStyleIdx="0" presStyleCnt="3"/>
      <dgm:spPr/>
    </dgm:pt>
    <dgm:pt modelId="{2CC42C98-74ED-4E9C-B75D-3D4B6202E17C}" type="pres">
      <dgm:prSet presAssocID="{EEC1EED8-FBCE-48C4-9D74-1F2F5B1EA45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A951C94-4E60-4108-8DD6-DE186833E20C}" type="pres">
      <dgm:prSet presAssocID="{EEC1EED8-FBCE-48C4-9D74-1F2F5B1EA45F}" presName="negativeSpace" presStyleCnt="0"/>
      <dgm:spPr/>
    </dgm:pt>
    <dgm:pt modelId="{3D8F11DC-0515-4F0E-B2F1-6220B83A1A1E}" type="pres">
      <dgm:prSet presAssocID="{EEC1EED8-FBCE-48C4-9D74-1F2F5B1EA45F}" presName="childText" presStyleLbl="conFgAcc1" presStyleIdx="0" presStyleCnt="3">
        <dgm:presLayoutVars>
          <dgm:bulletEnabled val="1"/>
        </dgm:presLayoutVars>
      </dgm:prSet>
      <dgm:spPr/>
    </dgm:pt>
    <dgm:pt modelId="{4E2EFCDA-F0E5-4ED4-9674-1CAA70634C49}" type="pres">
      <dgm:prSet presAssocID="{DC3E6A8D-51FC-4110-90A1-69D795ADAD0D}" presName="spaceBetweenRectangles" presStyleCnt="0"/>
      <dgm:spPr/>
    </dgm:pt>
    <dgm:pt modelId="{BEF21F52-F506-40CC-BF21-4592A2409E30}" type="pres">
      <dgm:prSet presAssocID="{23C389B8-97F8-423D-8686-6C1C487152A7}" presName="parentLin" presStyleCnt="0"/>
      <dgm:spPr/>
    </dgm:pt>
    <dgm:pt modelId="{211A9B74-18FE-4BD6-9D51-931B7FB8176F}" type="pres">
      <dgm:prSet presAssocID="{23C389B8-97F8-423D-8686-6C1C487152A7}" presName="parentLeftMargin" presStyleLbl="node1" presStyleIdx="0" presStyleCnt="3"/>
      <dgm:spPr/>
    </dgm:pt>
    <dgm:pt modelId="{3E18CB6C-758D-4973-B4BA-AC9190F84E86}" type="pres">
      <dgm:prSet presAssocID="{23C389B8-97F8-423D-8686-6C1C487152A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DDDD4BC-7539-43A5-80E6-FBE6BEA03E2B}" type="pres">
      <dgm:prSet presAssocID="{23C389B8-97F8-423D-8686-6C1C487152A7}" presName="negativeSpace" presStyleCnt="0"/>
      <dgm:spPr/>
    </dgm:pt>
    <dgm:pt modelId="{CA661BF0-5569-47FB-ACB2-E2A69E285E88}" type="pres">
      <dgm:prSet presAssocID="{23C389B8-97F8-423D-8686-6C1C487152A7}" presName="childText" presStyleLbl="conFgAcc1" presStyleIdx="1" presStyleCnt="3">
        <dgm:presLayoutVars>
          <dgm:bulletEnabled val="1"/>
        </dgm:presLayoutVars>
      </dgm:prSet>
      <dgm:spPr/>
    </dgm:pt>
    <dgm:pt modelId="{EE5CB010-C560-40DC-8D79-D9C3074BDDD4}" type="pres">
      <dgm:prSet presAssocID="{D64D7672-7A39-4CA6-A1A1-F17A12C457C1}" presName="spaceBetweenRectangles" presStyleCnt="0"/>
      <dgm:spPr/>
    </dgm:pt>
    <dgm:pt modelId="{61C9DD4A-84D3-46F0-81DC-7DFBCF3E4398}" type="pres">
      <dgm:prSet presAssocID="{6212D8B3-EB1C-46E4-BD53-29A34AE3AECA}" presName="parentLin" presStyleCnt="0"/>
      <dgm:spPr/>
    </dgm:pt>
    <dgm:pt modelId="{63B4200F-3749-40E4-BDA7-9A3B90358254}" type="pres">
      <dgm:prSet presAssocID="{6212D8B3-EB1C-46E4-BD53-29A34AE3AECA}" presName="parentLeftMargin" presStyleLbl="node1" presStyleIdx="1" presStyleCnt="3"/>
      <dgm:spPr/>
    </dgm:pt>
    <dgm:pt modelId="{8B4A8542-68AA-4AFD-B1A9-3D22A88EDA18}" type="pres">
      <dgm:prSet presAssocID="{6212D8B3-EB1C-46E4-BD53-29A34AE3AEC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4B71A4A-CCAA-43BD-AA39-297A883EF0FB}" type="pres">
      <dgm:prSet presAssocID="{6212D8B3-EB1C-46E4-BD53-29A34AE3AECA}" presName="negativeSpace" presStyleCnt="0"/>
      <dgm:spPr/>
    </dgm:pt>
    <dgm:pt modelId="{C4D3B55B-CAFD-4173-9C73-83E1F5436EC2}" type="pres">
      <dgm:prSet presAssocID="{6212D8B3-EB1C-46E4-BD53-29A34AE3AEC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FAB7502-FB65-4A6E-82A4-4C9B37F94734}" type="presOf" srcId="{AF835EF6-D0B8-4920-9592-674B4F2146B6}" destId="{3D8F11DC-0515-4F0E-B2F1-6220B83A1A1E}" srcOrd="0" destOrd="0" presId="urn:microsoft.com/office/officeart/2005/8/layout/list1"/>
    <dgm:cxn modelId="{29031906-2D63-4BE2-ABBE-CB4564941FBC}" srcId="{EEC1EED8-FBCE-48C4-9D74-1F2F5B1EA45F}" destId="{445DF287-D17E-466C-B273-E85B4F97D0C7}" srcOrd="3" destOrd="0" parTransId="{4E617A23-F3E7-43B9-AD8F-A551E691D314}" sibTransId="{99F8EA8E-37A6-4117-B21E-8B15F352CAAA}"/>
    <dgm:cxn modelId="{41513519-D6E5-4929-93BC-037B1447AE98}" srcId="{EEC1EED8-FBCE-48C4-9D74-1F2F5B1EA45F}" destId="{73743552-D396-4198-AB05-49873285B2DE}" srcOrd="4" destOrd="0" parTransId="{646ABE26-B204-4A89-B74E-E6267DA382BB}" sibTransId="{EDB2542C-82FE-4B86-B161-18255F6DC474}"/>
    <dgm:cxn modelId="{037FF919-992E-43C1-B418-F4D51FB93661}" type="presOf" srcId="{28B675FF-CF5C-4D03-920F-E86697F84C3B}" destId="{3D8F11DC-0515-4F0E-B2F1-6220B83A1A1E}" srcOrd="0" destOrd="2" presId="urn:microsoft.com/office/officeart/2005/8/layout/list1"/>
    <dgm:cxn modelId="{B7FD4F27-8E7A-4A60-971A-F0D8B9DD4BB5}" srcId="{71370ECE-2C6D-465D-B467-6283F78CB8DD}" destId="{6212D8B3-EB1C-46E4-BD53-29A34AE3AECA}" srcOrd="2" destOrd="0" parTransId="{E997F22A-86BB-41BD-811B-83EA8F23EC5E}" sibTransId="{DEC975CA-F9D5-4CDA-817B-92EE14F00CCC}"/>
    <dgm:cxn modelId="{B1C34028-A7C9-482F-8DDD-F4F63CD77947}" srcId="{EEC1EED8-FBCE-48C4-9D74-1F2F5B1EA45F}" destId="{28B675FF-CF5C-4D03-920F-E86697F84C3B}" srcOrd="2" destOrd="0" parTransId="{CC3331B0-2B42-477E-BEDA-3F8A9674FDD9}" sibTransId="{864F69CE-FE89-4A0E-9E65-AD1DBEFC1046}"/>
    <dgm:cxn modelId="{E39B6F2E-CD6E-40C1-8CC2-0B0A778D5889}" type="presOf" srcId="{71370ECE-2C6D-465D-B467-6283F78CB8DD}" destId="{AB7B4D30-B772-41AA-AC1B-8A4583D9726B}" srcOrd="0" destOrd="0" presId="urn:microsoft.com/office/officeart/2005/8/layout/list1"/>
    <dgm:cxn modelId="{72AB3D37-3543-4CE5-937D-58F1C9CD57BE}" type="presOf" srcId="{745663AA-DCEC-44B1-8BEA-F59CA07C2E74}" destId="{3D8F11DC-0515-4F0E-B2F1-6220B83A1A1E}" srcOrd="0" destOrd="5" presId="urn:microsoft.com/office/officeart/2005/8/layout/list1"/>
    <dgm:cxn modelId="{3889AF5B-75EB-4176-84B4-5D9E426BC285}" type="presOf" srcId="{6212D8B3-EB1C-46E4-BD53-29A34AE3AECA}" destId="{63B4200F-3749-40E4-BDA7-9A3B90358254}" srcOrd="0" destOrd="0" presId="urn:microsoft.com/office/officeart/2005/8/layout/list1"/>
    <dgm:cxn modelId="{35E3E568-2208-4FCB-A4B6-C3AA5EE39548}" type="presOf" srcId="{73743552-D396-4198-AB05-49873285B2DE}" destId="{3D8F11DC-0515-4F0E-B2F1-6220B83A1A1E}" srcOrd="0" destOrd="4" presId="urn:microsoft.com/office/officeart/2005/8/layout/list1"/>
    <dgm:cxn modelId="{69B4FA68-EAB0-451E-A0A2-AB82812276A6}" srcId="{71370ECE-2C6D-465D-B467-6283F78CB8DD}" destId="{23C389B8-97F8-423D-8686-6C1C487152A7}" srcOrd="1" destOrd="0" parTransId="{837ED4B1-0D17-41F5-9B61-D2A5FB1C4A03}" sibTransId="{D64D7672-7A39-4CA6-A1A1-F17A12C457C1}"/>
    <dgm:cxn modelId="{7DE16151-ED3C-4CD5-A85B-54DC094A3A22}" srcId="{EEC1EED8-FBCE-48C4-9D74-1F2F5B1EA45F}" destId="{AF835EF6-D0B8-4920-9592-674B4F2146B6}" srcOrd="0" destOrd="0" parTransId="{7180B01B-EDAE-4E34-BB28-574700296D36}" sibTransId="{90A6AE1B-0E8A-40DF-AEAC-C1EB19FCA5C0}"/>
    <dgm:cxn modelId="{93B8FA72-105C-4247-8DF5-8ACF88F9E29E}" srcId="{EEC1EED8-FBCE-48C4-9D74-1F2F5B1EA45F}" destId="{745663AA-DCEC-44B1-8BEA-F59CA07C2E74}" srcOrd="5" destOrd="0" parTransId="{3D11EBFA-BCCC-423C-B0FE-62EBC8B160F5}" sibTransId="{6A69F620-CD40-4701-8E03-01F600A25D99}"/>
    <dgm:cxn modelId="{CA768457-BCAD-4F2E-B0F9-E2F640AB0DBB}" type="presOf" srcId="{23C389B8-97F8-423D-8686-6C1C487152A7}" destId="{211A9B74-18FE-4BD6-9D51-931B7FB8176F}" srcOrd="0" destOrd="0" presId="urn:microsoft.com/office/officeart/2005/8/layout/list1"/>
    <dgm:cxn modelId="{FC913B83-E7D0-4333-A79C-87EF1691EB67}" type="presOf" srcId="{EEC1EED8-FBCE-48C4-9D74-1F2F5B1EA45F}" destId="{1D2C0114-E497-46B3-AB0A-A0E1B06DA8C8}" srcOrd="0" destOrd="0" presId="urn:microsoft.com/office/officeart/2005/8/layout/list1"/>
    <dgm:cxn modelId="{BDDFD99D-7B04-4BF9-A393-0C1BD1B297A2}" type="presOf" srcId="{EEC1EED8-FBCE-48C4-9D74-1F2F5B1EA45F}" destId="{2CC42C98-74ED-4E9C-B75D-3D4B6202E17C}" srcOrd="1" destOrd="0" presId="urn:microsoft.com/office/officeart/2005/8/layout/list1"/>
    <dgm:cxn modelId="{7C1F05A2-95FD-4444-A975-D129482E539B}" type="presOf" srcId="{66FB819B-A347-42B1-B40D-0816FE38C95D}" destId="{3D8F11DC-0515-4F0E-B2F1-6220B83A1A1E}" srcOrd="0" destOrd="1" presId="urn:microsoft.com/office/officeart/2005/8/layout/list1"/>
    <dgm:cxn modelId="{4196D0A7-6B2E-4FF8-A213-CD4ADA308BA7}" type="presOf" srcId="{445DF287-D17E-466C-B273-E85B4F97D0C7}" destId="{3D8F11DC-0515-4F0E-B2F1-6220B83A1A1E}" srcOrd="0" destOrd="3" presId="urn:microsoft.com/office/officeart/2005/8/layout/list1"/>
    <dgm:cxn modelId="{23D9FABC-E51E-43B8-90D5-7F0534F131AB}" type="presOf" srcId="{23C389B8-97F8-423D-8686-6C1C487152A7}" destId="{3E18CB6C-758D-4973-B4BA-AC9190F84E86}" srcOrd="1" destOrd="0" presId="urn:microsoft.com/office/officeart/2005/8/layout/list1"/>
    <dgm:cxn modelId="{15698BE2-6D63-4A34-B4A4-1367B0C4A9D7}" type="presOf" srcId="{6212D8B3-EB1C-46E4-BD53-29A34AE3AECA}" destId="{8B4A8542-68AA-4AFD-B1A9-3D22A88EDA18}" srcOrd="1" destOrd="0" presId="urn:microsoft.com/office/officeart/2005/8/layout/list1"/>
    <dgm:cxn modelId="{6035B5EC-704C-4764-BA7F-E59E28FCF550}" srcId="{EEC1EED8-FBCE-48C4-9D74-1F2F5B1EA45F}" destId="{66FB819B-A347-42B1-B40D-0816FE38C95D}" srcOrd="1" destOrd="0" parTransId="{48C16CEE-2D6C-4028-856E-23E20D50BFBF}" sibTransId="{FB8BE89C-C331-444F-BF6D-86CA39D31C9D}"/>
    <dgm:cxn modelId="{94E3B6F3-548F-4262-9036-A4519F5EEE45}" srcId="{71370ECE-2C6D-465D-B467-6283F78CB8DD}" destId="{EEC1EED8-FBCE-48C4-9D74-1F2F5B1EA45F}" srcOrd="0" destOrd="0" parTransId="{F24F5419-2699-420A-AFD3-5809F17849B9}" sibTransId="{DC3E6A8D-51FC-4110-90A1-69D795ADAD0D}"/>
    <dgm:cxn modelId="{B2D81C54-B3AA-4E16-ABB3-981B1585748B}" type="presParOf" srcId="{AB7B4D30-B772-41AA-AC1B-8A4583D9726B}" destId="{D4DDB476-D652-4A34-9BBF-244C4F61DDFE}" srcOrd="0" destOrd="0" presId="urn:microsoft.com/office/officeart/2005/8/layout/list1"/>
    <dgm:cxn modelId="{8127CB4F-742E-41C3-BC35-2A9EC012F8BD}" type="presParOf" srcId="{D4DDB476-D652-4A34-9BBF-244C4F61DDFE}" destId="{1D2C0114-E497-46B3-AB0A-A0E1B06DA8C8}" srcOrd="0" destOrd="0" presId="urn:microsoft.com/office/officeart/2005/8/layout/list1"/>
    <dgm:cxn modelId="{380126FB-CAF9-4903-9668-FFA511F9F387}" type="presParOf" srcId="{D4DDB476-D652-4A34-9BBF-244C4F61DDFE}" destId="{2CC42C98-74ED-4E9C-B75D-3D4B6202E17C}" srcOrd="1" destOrd="0" presId="urn:microsoft.com/office/officeart/2005/8/layout/list1"/>
    <dgm:cxn modelId="{76920B91-72DA-4527-BBF1-F74D2B687C06}" type="presParOf" srcId="{AB7B4D30-B772-41AA-AC1B-8A4583D9726B}" destId="{6A951C94-4E60-4108-8DD6-DE186833E20C}" srcOrd="1" destOrd="0" presId="urn:microsoft.com/office/officeart/2005/8/layout/list1"/>
    <dgm:cxn modelId="{A0F29600-1A1B-4C1C-AEAC-BC6C87BCB68C}" type="presParOf" srcId="{AB7B4D30-B772-41AA-AC1B-8A4583D9726B}" destId="{3D8F11DC-0515-4F0E-B2F1-6220B83A1A1E}" srcOrd="2" destOrd="0" presId="urn:microsoft.com/office/officeart/2005/8/layout/list1"/>
    <dgm:cxn modelId="{84926ABC-28F5-4DC5-83EA-88017D45BC09}" type="presParOf" srcId="{AB7B4D30-B772-41AA-AC1B-8A4583D9726B}" destId="{4E2EFCDA-F0E5-4ED4-9674-1CAA70634C49}" srcOrd="3" destOrd="0" presId="urn:microsoft.com/office/officeart/2005/8/layout/list1"/>
    <dgm:cxn modelId="{0550CD19-20B8-45D1-BF7F-3877604D7B73}" type="presParOf" srcId="{AB7B4D30-B772-41AA-AC1B-8A4583D9726B}" destId="{BEF21F52-F506-40CC-BF21-4592A2409E30}" srcOrd="4" destOrd="0" presId="urn:microsoft.com/office/officeart/2005/8/layout/list1"/>
    <dgm:cxn modelId="{B9DAB4ED-54A9-4526-A09E-017996B7C3C9}" type="presParOf" srcId="{BEF21F52-F506-40CC-BF21-4592A2409E30}" destId="{211A9B74-18FE-4BD6-9D51-931B7FB8176F}" srcOrd="0" destOrd="0" presId="urn:microsoft.com/office/officeart/2005/8/layout/list1"/>
    <dgm:cxn modelId="{D9404491-CED3-4E41-B5B7-DE9E2508DF7F}" type="presParOf" srcId="{BEF21F52-F506-40CC-BF21-4592A2409E30}" destId="{3E18CB6C-758D-4973-B4BA-AC9190F84E86}" srcOrd="1" destOrd="0" presId="urn:microsoft.com/office/officeart/2005/8/layout/list1"/>
    <dgm:cxn modelId="{9AB06644-36C5-4A8C-8D11-6FD4C4BE0AF9}" type="presParOf" srcId="{AB7B4D30-B772-41AA-AC1B-8A4583D9726B}" destId="{1DDDD4BC-7539-43A5-80E6-FBE6BEA03E2B}" srcOrd="5" destOrd="0" presId="urn:microsoft.com/office/officeart/2005/8/layout/list1"/>
    <dgm:cxn modelId="{28CF3395-5DEE-4438-94FE-746DB553048E}" type="presParOf" srcId="{AB7B4D30-B772-41AA-AC1B-8A4583D9726B}" destId="{CA661BF0-5569-47FB-ACB2-E2A69E285E88}" srcOrd="6" destOrd="0" presId="urn:microsoft.com/office/officeart/2005/8/layout/list1"/>
    <dgm:cxn modelId="{C8BE142E-B825-42A4-B2DC-15D0D178F6AC}" type="presParOf" srcId="{AB7B4D30-B772-41AA-AC1B-8A4583D9726B}" destId="{EE5CB010-C560-40DC-8D79-D9C3074BDDD4}" srcOrd="7" destOrd="0" presId="urn:microsoft.com/office/officeart/2005/8/layout/list1"/>
    <dgm:cxn modelId="{C1B436B8-3D1E-4DE9-83F7-DA449A7AA0CC}" type="presParOf" srcId="{AB7B4D30-B772-41AA-AC1B-8A4583D9726B}" destId="{61C9DD4A-84D3-46F0-81DC-7DFBCF3E4398}" srcOrd="8" destOrd="0" presId="urn:microsoft.com/office/officeart/2005/8/layout/list1"/>
    <dgm:cxn modelId="{754992DC-58E4-4086-B539-A77AC8EA96A6}" type="presParOf" srcId="{61C9DD4A-84D3-46F0-81DC-7DFBCF3E4398}" destId="{63B4200F-3749-40E4-BDA7-9A3B90358254}" srcOrd="0" destOrd="0" presId="urn:microsoft.com/office/officeart/2005/8/layout/list1"/>
    <dgm:cxn modelId="{2F9845CC-0732-437E-8FC4-F7D4A1AB8C92}" type="presParOf" srcId="{61C9DD4A-84D3-46F0-81DC-7DFBCF3E4398}" destId="{8B4A8542-68AA-4AFD-B1A9-3D22A88EDA18}" srcOrd="1" destOrd="0" presId="urn:microsoft.com/office/officeart/2005/8/layout/list1"/>
    <dgm:cxn modelId="{9726F5EC-5288-4BF9-B070-CFA63C202CAC}" type="presParOf" srcId="{AB7B4D30-B772-41AA-AC1B-8A4583D9726B}" destId="{94B71A4A-CCAA-43BD-AA39-297A883EF0FB}" srcOrd="9" destOrd="0" presId="urn:microsoft.com/office/officeart/2005/8/layout/list1"/>
    <dgm:cxn modelId="{291C9B35-7065-4790-81A2-9C74CB842200}" type="presParOf" srcId="{AB7B4D30-B772-41AA-AC1B-8A4583D9726B}" destId="{C4D3B55B-CAFD-4173-9C73-83E1F5436EC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544B08-0D8D-49AF-9950-3036A3CD7D5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7B695E9-4300-4C96-8AF2-8928787FD4C9}">
      <dgm:prSet/>
      <dgm:spPr/>
      <dgm:t>
        <a:bodyPr/>
        <a:lstStyle/>
        <a:p>
          <a:pPr>
            <a:defRPr cap="all"/>
          </a:pPr>
          <a:r>
            <a:rPr lang="pt-BR"/>
            <a:t>N1 - Plano de Negócios 1</a:t>
          </a:r>
          <a:endParaRPr lang="en-US"/>
        </a:p>
      </dgm:t>
    </dgm:pt>
    <dgm:pt modelId="{F1BBA9BF-CC13-4E40-A17B-76612E98378B}" type="parTrans" cxnId="{096D7B8D-F282-4322-A700-089520801CFD}">
      <dgm:prSet/>
      <dgm:spPr/>
      <dgm:t>
        <a:bodyPr/>
        <a:lstStyle/>
        <a:p>
          <a:endParaRPr lang="en-US"/>
        </a:p>
      </dgm:t>
    </dgm:pt>
    <dgm:pt modelId="{E021A399-C3F4-454B-A918-EF6248B0110E}" type="sibTrans" cxnId="{096D7B8D-F282-4322-A700-089520801CFD}">
      <dgm:prSet/>
      <dgm:spPr/>
      <dgm:t>
        <a:bodyPr/>
        <a:lstStyle/>
        <a:p>
          <a:endParaRPr lang="en-US"/>
        </a:p>
      </dgm:t>
    </dgm:pt>
    <dgm:pt modelId="{7497096B-A4F5-4323-9459-EDA445AB7C63}">
      <dgm:prSet/>
      <dgm:spPr/>
      <dgm:t>
        <a:bodyPr/>
        <a:lstStyle/>
        <a:p>
          <a:pPr>
            <a:defRPr cap="all"/>
          </a:pPr>
          <a:r>
            <a:rPr lang="pt-BR"/>
            <a:t>N2 - Plano de Negócios 2</a:t>
          </a:r>
          <a:endParaRPr lang="en-US"/>
        </a:p>
      </dgm:t>
    </dgm:pt>
    <dgm:pt modelId="{B95646AD-C498-4F82-87F3-61719547A137}" type="parTrans" cxnId="{A5DA8D25-0CA8-44D0-8FCE-327CED29B6DE}">
      <dgm:prSet/>
      <dgm:spPr/>
      <dgm:t>
        <a:bodyPr/>
        <a:lstStyle/>
        <a:p>
          <a:endParaRPr lang="en-US"/>
        </a:p>
      </dgm:t>
    </dgm:pt>
    <dgm:pt modelId="{F69C82FD-B424-4A10-A791-83DA58C10DAF}" type="sibTrans" cxnId="{A5DA8D25-0CA8-44D0-8FCE-327CED29B6DE}">
      <dgm:prSet/>
      <dgm:spPr/>
      <dgm:t>
        <a:bodyPr/>
        <a:lstStyle/>
        <a:p>
          <a:endParaRPr lang="en-US"/>
        </a:p>
      </dgm:t>
    </dgm:pt>
    <dgm:pt modelId="{ACD3014B-CAE0-41D6-A33E-6538B14137F9}" type="pres">
      <dgm:prSet presAssocID="{99544B08-0D8D-49AF-9950-3036A3CD7D5E}" presName="root" presStyleCnt="0">
        <dgm:presLayoutVars>
          <dgm:dir/>
          <dgm:resizeHandles val="exact"/>
        </dgm:presLayoutVars>
      </dgm:prSet>
      <dgm:spPr/>
    </dgm:pt>
    <dgm:pt modelId="{3E4BDA05-F141-4A10-89C6-4CF7B9783719}" type="pres">
      <dgm:prSet presAssocID="{57B695E9-4300-4C96-8AF2-8928787FD4C9}" presName="compNode" presStyleCnt="0"/>
      <dgm:spPr/>
    </dgm:pt>
    <dgm:pt modelId="{40D3ABB4-9C7C-48D6-9ECD-8BFAB62B5B1F}" type="pres">
      <dgm:prSet presAssocID="{57B695E9-4300-4C96-8AF2-8928787FD4C9}" presName="iconBgRect" presStyleLbl="bgShp" presStyleIdx="0" presStyleCnt="2"/>
      <dgm:spPr/>
    </dgm:pt>
    <dgm:pt modelId="{F5BA9E33-F24D-4B41-8A55-7733F83FA990}" type="pres">
      <dgm:prSet presAssocID="{57B695E9-4300-4C96-8AF2-8928787FD4C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A683A74C-0E14-4F82-BFCD-8E57C7997081}" type="pres">
      <dgm:prSet presAssocID="{57B695E9-4300-4C96-8AF2-8928787FD4C9}" presName="spaceRect" presStyleCnt="0"/>
      <dgm:spPr/>
    </dgm:pt>
    <dgm:pt modelId="{EEAD0A5F-4FFA-4E26-A2C9-46809F1B55A9}" type="pres">
      <dgm:prSet presAssocID="{57B695E9-4300-4C96-8AF2-8928787FD4C9}" presName="textRect" presStyleLbl="revTx" presStyleIdx="0" presStyleCnt="2">
        <dgm:presLayoutVars>
          <dgm:chMax val="1"/>
          <dgm:chPref val="1"/>
        </dgm:presLayoutVars>
      </dgm:prSet>
      <dgm:spPr/>
    </dgm:pt>
    <dgm:pt modelId="{DF6E092D-387E-48CE-86BA-67FD16F26D54}" type="pres">
      <dgm:prSet presAssocID="{E021A399-C3F4-454B-A918-EF6248B0110E}" presName="sibTrans" presStyleCnt="0"/>
      <dgm:spPr/>
    </dgm:pt>
    <dgm:pt modelId="{53180ACE-EA6B-4B9F-B8CA-0F2B35A29D31}" type="pres">
      <dgm:prSet presAssocID="{7497096B-A4F5-4323-9459-EDA445AB7C63}" presName="compNode" presStyleCnt="0"/>
      <dgm:spPr/>
    </dgm:pt>
    <dgm:pt modelId="{D1990C61-97FA-4853-90C3-CE53B4D8BAA4}" type="pres">
      <dgm:prSet presAssocID="{7497096B-A4F5-4323-9459-EDA445AB7C63}" presName="iconBgRect" presStyleLbl="bgShp" presStyleIdx="1" presStyleCnt="2"/>
      <dgm:spPr/>
    </dgm:pt>
    <dgm:pt modelId="{9BE54376-80F8-4F19-83E2-971CF473E843}" type="pres">
      <dgm:prSet presAssocID="{7497096B-A4F5-4323-9459-EDA445AB7C6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ja"/>
        </a:ext>
      </dgm:extLst>
    </dgm:pt>
    <dgm:pt modelId="{089CCA0F-D0F9-4478-BD13-63D3249EAF61}" type="pres">
      <dgm:prSet presAssocID="{7497096B-A4F5-4323-9459-EDA445AB7C63}" presName="spaceRect" presStyleCnt="0"/>
      <dgm:spPr/>
    </dgm:pt>
    <dgm:pt modelId="{4DAB8E16-99CB-49AF-846F-493A79E8EADA}" type="pres">
      <dgm:prSet presAssocID="{7497096B-A4F5-4323-9459-EDA445AB7C6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C0A430B-2EC6-494A-AD39-B1091DC91E23}" type="presOf" srcId="{99544B08-0D8D-49AF-9950-3036A3CD7D5E}" destId="{ACD3014B-CAE0-41D6-A33E-6538B14137F9}" srcOrd="0" destOrd="0" presId="urn:microsoft.com/office/officeart/2018/5/layout/IconCircleLabelList"/>
    <dgm:cxn modelId="{A5DA8D25-0CA8-44D0-8FCE-327CED29B6DE}" srcId="{99544B08-0D8D-49AF-9950-3036A3CD7D5E}" destId="{7497096B-A4F5-4323-9459-EDA445AB7C63}" srcOrd="1" destOrd="0" parTransId="{B95646AD-C498-4F82-87F3-61719547A137}" sibTransId="{F69C82FD-B424-4A10-A791-83DA58C10DAF}"/>
    <dgm:cxn modelId="{4DD78C7E-7908-4129-A812-655460E8BE72}" type="presOf" srcId="{7497096B-A4F5-4323-9459-EDA445AB7C63}" destId="{4DAB8E16-99CB-49AF-846F-493A79E8EADA}" srcOrd="0" destOrd="0" presId="urn:microsoft.com/office/officeart/2018/5/layout/IconCircleLabelList"/>
    <dgm:cxn modelId="{AC434C8A-D3C6-42A1-9BC3-71404521D85F}" type="presOf" srcId="{57B695E9-4300-4C96-8AF2-8928787FD4C9}" destId="{EEAD0A5F-4FFA-4E26-A2C9-46809F1B55A9}" srcOrd="0" destOrd="0" presId="urn:microsoft.com/office/officeart/2018/5/layout/IconCircleLabelList"/>
    <dgm:cxn modelId="{096D7B8D-F282-4322-A700-089520801CFD}" srcId="{99544B08-0D8D-49AF-9950-3036A3CD7D5E}" destId="{57B695E9-4300-4C96-8AF2-8928787FD4C9}" srcOrd="0" destOrd="0" parTransId="{F1BBA9BF-CC13-4E40-A17B-76612E98378B}" sibTransId="{E021A399-C3F4-454B-A918-EF6248B0110E}"/>
    <dgm:cxn modelId="{78453FED-E790-4DDF-9AB4-D4B336FE1FF2}" type="presParOf" srcId="{ACD3014B-CAE0-41D6-A33E-6538B14137F9}" destId="{3E4BDA05-F141-4A10-89C6-4CF7B9783719}" srcOrd="0" destOrd="0" presId="urn:microsoft.com/office/officeart/2018/5/layout/IconCircleLabelList"/>
    <dgm:cxn modelId="{D73C2E62-3E4E-46E6-9187-2EB4BE71CB16}" type="presParOf" srcId="{3E4BDA05-F141-4A10-89C6-4CF7B9783719}" destId="{40D3ABB4-9C7C-48D6-9ECD-8BFAB62B5B1F}" srcOrd="0" destOrd="0" presId="urn:microsoft.com/office/officeart/2018/5/layout/IconCircleLabelList"/>
    <dgm:cxn modelId="{0D54AEC2-A753-4546-89EA-E3F5504AFA64}" type="presParOf" srcId="{3E4BDA05-F141-4A10-89C6-4CF7B9783719}" destId="{F5BA9E33-F24D-4B41-8A55-7733F83FA990}" srcOrd="1" destOrd="0" presId="urn:microsoft.com/office/officeart/2018/5/layout/IconCircleLabelList"/>
    <dgm:cxn modelId="{32D268FA-084A-4AA8-A00A-5696FE4767B8}" type="presParOf" srcId="{3E4BDA05-F141-4A10-89C6-4CF7B9783719}" destId="{A683A74C-0E14-4F82-BFCD-8E57C7997081}" srcOrd="2" destOrd="0" presId="urn:microsoft.com/office/officeart/2018/5/layout/IconCircleLabelList"/>
    <dgm:cxn modelId="{6F65DFB9-6E16-449D-A382-9A72EB9D3710}" type="presParOf" srcId="{3E4BDA05-F141-4A10-89C6-4CF7B9783719}" destId="{EEAD0A5F-4FFA-4E26-A2C9-46809F1B55A9}" srcOrd="3" destOrd="0" presId="urn:microsoft.com/office/officeart/2018/5/layout/IconCircleLabelList"/>
    <dgm:cxn modelId="{83716FF0-D9C9-47B9-8158-010B892E9A4C}" type="presParOf" srcId="{ACD3014B-CAE0-41D6-A33E-6538B14137F9}" destId="{DF6E092D-387E-48CE-86BA-67FD16F26D54}" srcOrd="1" destOrd="0" presId="urn:microsoft.com/office/officeart/2018/5/layout/IconCircleLabelList"/>
    <dgm:cxn modelId="{8AF77398-6EE7-4610-A1C7-BC2E1AE7CFA9}" type="presParOf" srcId="{ACD3014B-CAE0-41D6-A33E-6538B14137F9}" destId="{53180ACE-EA6B-4B9F-B8CA-0F2B35A29D31}" srcOrd="2" destOrd="0" presId="urn:microsoft.com/office/officeart/2018/5/layout/IconCircleLabelList"/>
    <dgm:cxn modelId="{030AB624-3B27-4AE6-B26C-0912368ABD85}" type="presParOf" srcId="{53180ACE-EA6B-4B9F-B8CA-0F2B35A29D31}" destId="{D1990C61-97FA-4853-90C3-CE53B4D8BAA4}" srcOrd="0" destOrd="0" presId="urn:microsoft.com/office/officeart/2018/5/layout/IconCircleLabelList"/>
    <dgm:cxn modelId="{E2F90666-8A16-453A-B66F-F67B1662A957}" type="presParOf" srcId="{53180ACE-EA6B-4B9F-B8CA-0F2B35A29D31}" destId="{9BE54376-80F8-4F19-83E2-971CF473E843}" srcOrd="1" destOrd="0" presId="urn:microsoft.com/office/officeart/2018/5/layout/IconCircleLabelList"/>
    <dgm:cxn modelId="{9AE3742D-FA77-4B20-B568-2156F60B122D}" type="presParOf" srcId="{53180ACE-EA6B-4B9F-B8CA-0F2B35A29D31}" destId="{089CCA0F-D0F9-4478-BD13-63D3249EAF61}" srcOrd="2" destOrd="0" presId="urn:microsoft.com/office/officeart/2018/5/layout/IconCircleLabelList"/>
    <dgm:cxn modelId="{76D57FFD-28ED-474C-A8F5-AC407A171A6C}" type="presParOf" srcId="{53180ACE-EA6B-4B9F-B8CA-0F2B35A29D31}" destId="{4DAB8E16-99CB-49AF-846F-493A79E8EAD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E6A7B-3EA4-4E9C-9C37-8118997C8045}">
      <dsp:nvSpPr>
        <dsp:cNvPr id="0" name=""/>
        <dsp:cNvSpPr/>
      </dsp:nvSpPr>
      <dsp:spPr>
        <a:xfrm>
          <a:off x="3384" y="39559"/>
          <a:ext cx="3299960" cy="104924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Plano Financeiro</a:t>
          </a:r>
          <a:endParaRPr lang="en-US" sz="3000" kern="1200"/>
        </a:p>
      </dsp:txBody>
      <dsp:txXfrm>
        <a:off x="3384" y="39559"/>
        <a:ext cx="3299960" cy="1049243"/>
      </dsp:txXfrm>
    </dsp:sp>
    <dsp:sp modelId="{AD0AC1DD-C8A5-482A-90C6-05B19B585AE3}">
      <dsp:nvSpPr>
        <dsp:cNvPr id="0" name=""/>
        <dsp:cNvSpPr/>
      </dsp:nvSpPr>
      <dsp:spPr>
        <a:xfrm>
          <a:off x="3384" y="1088803"/>
          <a:ext cx="3299960" cy="24705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3000" kern="1200"/>
            <a:t>Análise de custos e margem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3000" kern="1200"/>
            <a:t>Ponto de equilibrio</a:t>
          </a:r>
          <a:endParaRPr lang="en-US" sz="3000" kern="1200"/>
        </a:p>
      </dsp:txBody>
      <dsp:txXfrm>
        <a:off x="3384" y="1088803"/>
        <a:ext cx="3299960" cy="2470500"/>
      </dsp:txXfrm>
    </dsp:sp>
    <dsp:sp modelId="{C7985146-13BD-4E35-BC70-134D4C3CDB12}">
      <dsp:nvSpPr>
        <dsp:cNvPr id="0" name=""/>
        <dsp:cNvSpPr/>
      </dsp:nvSpPr>
      <dsp:spPr>
        <a:xfrm>
          <a:off x="3765340" y="39559"/>
          <a:ext cx="3299960" cy="1049243"/>
        </a:xfrm>
        <a:prstGeom prst="rect">
          <a:avLst/>
        </a:prstGeom>
        <a:gradFill rotWithShape="0">
          <a:gsLst>
            <a:gs pos="0">
              <a:schemeClr val="accent2">
                <a:hueOff val="-2310045"/>
                <a:satOff val="-802"/>
                <a:lumOff val="29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2310045"/>
                <a:satOff val="-802"/>
                <a:lumOff val="29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2310045"/>
                <a:satOff val="-802"/>
                <a:lumOff val="29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2310045"/>
              <a:satOff val="-802"/>
              <a:lumOff val="294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Análise de Cenários</a:t>
          </a:r>
          <a:endParaRPr lang="en-US" sz="3000" kern="1200"/>
        </a:p>
      </dsp:txBody>
      <dsp:txXfrm>
        <a:off x="3765340" y="39559"/>
        <a:ext cx="3299960" cy="1049243"/>
      </dsp:txXfrm>
    </dsp:sp>
    <dsp:sp modelId="{19B6B289-EA87-4FBA-A3B2-CCF1983786BB}">
      <dsp:nvSpPr>
        <dsp:cNvPr id="0" name=""/>
        <dsp:cNvSpPr/>
      </dsp:nvSpPr>
      <dsp:spPr>
        <a:xfrm>
          <a:off x="3765340" y="1088803"/>
          <a:ext cx="3299960" cy="2470500"/>
        </a:xfrm>
        <a:prstGeom prst="rect">
          <a:avLst/>
        </a:prstGeom>
        <a:solidFill>
          <a:schemeClr val="accent2">
            <a:tint val="40000"/>
            <a:alpha val="90000"/>
            <a:hueOff val="-2299808"/>
            <a:satOff val="-719"/>
            <a:lumOff val="2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2299808"/>
              <a:satOff val="-719"/>
              <a:lumOff val="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3000" kern="1200"/>
            <a:t>Capital de giro e fluxo de caixa</a:t>
          </a:r>
          <a:endParaRPr lang="en-US" sz="3000" kern="1200"/>
        </a:p>
      </dsp:txBody>
      <dsp:txXfrm>
        <a:off x="3765340" y="1088803"/>
        <a:ext cx="3299960" cy="2470500"/>
      </dsp:txXfrm>
    </dsp:sp>
    <dsp:sp modelId="{2B9B3447-F9F1-453D-9980-4D10B4396028}">
      <dsp:nvSpPr>
        <dsp:cNvPr id="0" name=""/>
        <dsp:cNvSpPr/>
      </dsp:nvSpPr>
      <dsp:spPr>
        <a:xfrm>
          <a:off x="7527295" y="39559"/>
          <a:ext cx="3299960" cy="1049243"/>
        </a:xfrm>
        <a:prstGeom prst="rect">
          <a:avLst/>
        </a:prstGeom>
        <a:gradFill rotWithShape="0">
          <a:gsLst>
            <a:gs pos="0">
              <a:schemeClr val="accent2">
                <a:hueOff val="-4620091"/>
                <a:satOff val="-1603"/>
                <a:lumOff val="58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4620091"/>
                <a:satOff val="-1603"/>
                <a:lumOff val="58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4620091"/>
                <a:satOff val="-1603"/>
                <a:lumOff val="58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4620091"/>
              <a:satOff val="-1603"/>
              <a:lumOff val="588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Liderança</a:t>
          </a:r>
          <a:endParaRPr lang="en-US" sz="3000" kern="1200"/>
        </a:p>
      </dsp:txBody>
      <dsp:txXfrm>
        <a:off x="7527295" y="39559"/>
        <a:ext cx="3299960" cy="1049243"/>
      </dsp:txXfrm>
    </dsp:sp>
    <dsp:sp modelId="{1AE07A8E-5BCD-4553-9B47-2F0DED91A0CA}">
      <dsp:nvSpPr>
        <dsp:cNvPr id="0" name=""/>
        <dsp:cNvSpPr/>
      </dsp:nvSpPr>
      <dsp:spPr>
        <a:xfrm>
          <a:off x="7527295" y="1088803"/>
          <a:ext cx="3299960" cy="2470500"/>
        </a:xfrm>
        <a:prstGeom prst="rect">
          <a:avLst/>
        </a:prstGeom>
        <a:solidFill>
          <a:schemeClr val="accent2">
            <a:tint val="40000"/>
            <a:alpha val="90000"/>
            <a:hueOff val="-4599616"/>
            <a:satOff val="-1439"/>
            <a:lumOff val="49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4599616"/>
              <a:satOff val="-1439"/>
              <a:lumOff val="4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F11DC-0515-4F0E-B2F1-6220B83A1A1E}">
      <dsp:nvSpPr>
        <dsp:cNvPr id="0" name=""/>
        <dsp:cNvSpPr/>
      </dsp:nvSpPr>
      <dsp:spPr>
        <a:xfrm>
          <a:off x="0" y="297137"/>
          <a:ext cx="6261100" cy="3465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5931" tIns="416560" rIns="48593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kern="1200"/>
            <a:t>Trabalhos de sistematização individuais e em pequenos grupos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kern="1200"/>
            <a:t>Discussão e reflexão coletiva espontânea e dirigida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kern="1200"/>
            <a:t>Painel integrado (grupo focal) e debates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kern="1200"/>
            <a:t>Observação, registro e análise de aulas em ambiente universitário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kern="1200"/>
            <a:t>Estudo de casos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kern="1200"/>
            <a:t>Planejamento, desenvolvimento e avaliação de textos</a:t>
          </a:r>
          <a:endParaRPr lang="en-US" sz="2000" kern="1200"/>
        </a:p>
      </dsp:txBody>
      <dsp:txXfrm>
        <a:off x="0" y="297137"/>
        <a:ext cx="6261100" cy="3465000"/>
      </dsp:txXfrm>
    </dsp:sp>
    <dsp:sp modelId="{2CC42C98-74ED-4E9C-B75D-3D4B6202E17C}">
      <dsp:nvSpPr>
        <dsp:cNvPr id="0" name=""/>
        <dsp:cNvSpPr/>
      </dsp:nvSpPr>
      <dsp:spPr>
        <a:xfrm>
          <a:off x="313055" y="1937"/>
          <a:ext cx="4382770" cy="5904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658" tIns="0" rIns="16565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/>
            <a:t>PBL (Problem Based Leaning)</a:t>
          </a:r>
          <a:endParaRPr lang="en-US" sz="2000" kern="1200"/>
        </a:p>
      </dsp:txBody>
      <dsp:txXfrm>
        <a:off x="341876" y="30758"/>
        <a:ext cx="4325128" cy="532758"/>
      </dsp:txXfrm>
    </dsp:sp>
    <dsp:sp modelId="{CA661BF0-5569-47FB-ACB2-E2A69E285E88}">
      <dsp:nvSpPr>
        <dsp:cNvPr id="0" name=""/>
        <dsp:cNvSpPr/>
      </dsp:nvSpPr>
      <dsp:spPr>
        <a:xfrm>
          <a:off x="0" y="4165337"/>
          <a:ext cx="62611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E18CB6C-758D-4973-B4BA-AC9190F84E86}">
      <dsp:nvSpPr>
        <dsp:cNvPr id="0" name=""/>
        <dsp:cNvSpPr/>
      </dsp:nvSpPr>
      <dsp:spPr>
        <a:xfrm>
          <a:off x="313055" y="3870137"/>
          <a:ext cx="4382770" cy="5904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658" tIns="0" rIns="16565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/>
            <a:t>Aulas expositivas dialogadas</a:t>
          </a:r>
          <a:endParaRPr lang="en-US" sz="2000" kern="1200"/>
        </a:p>
      </dsp:txBody>
      <dsp:txXfrm>
        <a:off x="341876" y="3898958"/>
        <a:ext cx="4325128" cy="532758"/>
      </dsp:txXfrm>
    </dsp:sp>
    <dsp:sp modelId="{C4D3B55B-CAFD-4173-9C73-83E1F5436EC2}">
      <dsp:nvSpPr>
        <dsp:cNvPr id="0" name=""/>
        <dsp:cNvSpPr/>
      </dsp:nvSpPr>
      <dsp:spPr>
        <a:xfrm>
          <a:off x="0" y="5072537"/>
          <a:ext cx="62611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B4A8542-68AA-4AFD-B1A9-3D22A88EDA18}">
      <dsp:nvSpPr>
        <dsp:cNvPr id="0" name=""/>
        <dsp:cNvSpPr/>
      </dsp:nvSpPr>
      <dsp:spPr>
        <a:xfrm>
          <a:off x="313055" y="4777337"/>
          <a:ext cx="4382770" cy="5904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658" tIns="0" rIns="16565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/>
            <a:t>Via platafora TEAMS</a:t>
          </a:r>
          <a:endParaRPr lang="en-US" sz="2000" kern="1200"/>
        </a:p>
      </dsp:txBody>
      <dsp:txXfrm>
        <a:off x="341876" y="4806158"/>
        <a:ext cx="4325128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D3ABB4-9C7C-48D6-9ECD-8BFAB62B5B1F}">
      <dsp:nvSpPr>
        <dsp:cNvPr id="0" name=""/>
        <dsp:cNvSpPr/>
      </dsp:nvSpPr>
      <dsp:spPr>
        <a:xfrm>
          <a:off x="2252523" y="21931"/>
          <a:ext cx="2161687" cy="21616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BA9E33-F24D-4B41-8A55-7733F83FA990}">
      <dsp:nvSpPr>
        <dsp:cNvPr id="0" name=""/>
        <dsp:cNvSpPr/>
      </dsp:nvSpPr>
      <dsp:spPr>
        <a:xfrm>
          <a:off x="2713211" y="482618"/>
          <a:ext cx="1240312" cy="1240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D0A5F-4FFA-4E26-A2C9-46809F1B55A9}">
      <dsp:nvSpPr>
        <dsp:cNvPr id="0" name=""/>
        <dsp:cNvSpPr/>
      </dsp:nvSpPr>
      <dsp:spPr>
        <a:xfrm>
          <a:off x="1561492" y="2856931"/>
          <a:ext cx="35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700" kern="1200"/>
            <a:t>N1 - Plano de Negócios 1</a:t>
          </a:r>
          <a:endParaRPr lang="en-US" sz="2700" kern="1200"/>
        </a:p>
      </dsp:txBody>
      <dsp:txXfrm>
        <a:off x="1561492" y="2856931"/>
        <a:ext cx="3543750" cy="720000"/>
      </dsp:txXfrm>
    </dsp:sp>
    <dsp:sp modelId="{D1990C61-97FA-4853-90C3-CE53B4D8BAA4}">
      <dsp:nvSpPr>
        <dsp:cNvPr id="0" name=""/>
        <dsp:cNvSpPr/>
      </dsp:nvSpPr>
      <dsp:spPr>
        <a:xfrm>
          <a:off x="6416429" y="21931"/>
          <a:ext cx="2161687" cy="21616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E54376-80F8-4F19-83E2-971CF473E843}">
      <dsp:nvSpPr>
        <dsp:cNvPr id="0" name=""/>
        <dsp:cNvSpPr/>
      </dsp:nvSpPr>
      <dsp:spPr>
        <a:xfrm>
          <a:off x="6877117" y="482618"/>
          <a:ext cx="1240312" cy="1240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AB8E16-99CB-49AF-846F-493A79E8EADA}">
      <dsp:nvSpPr>
        <dsp:cNvPr id="0" name=""/>
        <dsp:cNvSpPr/>
      </dsp:nvSpPr>
      <dsp:spPr>
        <a:xfrm>
          <a:off x="5725398" y="2856931"/>
          <a:ext cx="35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700" kern="1200"/>
            <a:t>N2 - Plano de Negócios 2</a:t>
          </a:r>
          <a:endParaRPr lang="en-US" sz="2700" kern="1200"/>
        </a:p>
      </dsp:txBody>
      <dsp:txXfrm>
        <a:off x="5725398" y="2856931"/>
        <a:ext cx="354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9852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96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154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763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9240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34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03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9641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70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658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539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5359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2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5577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9398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05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997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D028C-4225-465C-BB90-711ED032E6E4}" type="datetimeFigureOut">
              <a:rPr lang="pt-BR" smtClean="0"/>
              <a:t>19/02/2021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CE1A3-CA94-407E-9220-E574E524B4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19112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  <p:sldLayoutId id="2147483887" r:id="rId13"/>
    <p:sldLayoutId id="2147483888" r:id="rId14"/>
    <p:sldLayoutId id="2147483889" r:id="rId15"/>
    <p:sldLayoutId id="2147483890" r:id="rId16"/>
    <p:sldLayoutId id="214748389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72840-7170-4F61-9F38-32DADBCC7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63262"/>
            <a:ext cx="4419600" cy="2140438"/>
          </a:xfrm>
        </p:spPr>
        <p:txBody>
          <a:bodyPr>
            <a:normAutofit/>
          </a:bodyPr>
          <a:lstStyle/>
          <a:p>
            <a:r>
              <a:rPr lang="pt-BR" dirty="0"/>
              <a:t>Negócios em T.I.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23156E-04F5-484E-9C2B-E1CE66162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3" y="5101298"/>
            <a:ext cx="3739277" cy="1116622"/>
          </a:xfrm>
        </p:spPr>
        <p:txBody>
          <a:bodyPr>
            <a:noAutofit/>
          </a:bodyPr>
          <a:lstStyle/>
          <a:p>
            <a:pPr lvl="1"/>
            <a:r>
              <a:rPr lang="pt-BR" sz="3200" dirty="0"/>
              <a:t>Plano de Ensino</a:t>
            </a:r>
          </a:p>
        </p:txBody>
      </p:sp>
    </p:spTree>
    <p:extLst>
      <p:ext uri="{BB962C8B-B14F-4D97-AF65-F5344CB8AC3E}">
        <p14:creationId xmlns:p14="http://schemas.microsoft.com/office/powerpoint/2010/main" val="2575313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51D9A7A-495E-4DA3-B02D-C64D0C53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>
                <a:solidFill>
                  <a:srgbClr val="FFFFFF"/>
                </a:solidFill>
              </a:rPr>
              <a:t>EMENTA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A876799-2CBB-4F4B-9CA7-E0C6A8135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437830"/>
            <a:ext cx="9757490" cy="4420169"/>
          </a:xfrm>
        </p:spPr>
        <p:txBody>
          <a:bodyPr>
            <a:noAutofit/>
          </a:bodyPr>
          <a:lstStyle/>
          <a:p>
            <a:r>
              <a:rPr lang="pt-P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 de empreendedirismo, conceito de inovação, comportamento empreendedor e inovador</a:t>
            </a:r>
          </a:p>
          <a:p>
            <a:r>
              <a:rPr lang="pt-P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estabelecimento de metas</a:t>
            </a:r>
          </a:p>
          <a:p>
            <a:r>
              <a:rPr lang="pt-P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Liderança</a:t>
            </a:r>
          </a:p>
          <a:p>
            <a:r>
              <a:rPr lang="pt-P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Percepção de mercado consumidor. Noções de marketing. Análise de custos e margem</a:t>
            </a:r>
          </a:p>
          <a:p>
            <a:r>
              <a:rPr lang="pt-P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Ponto de equilibrio</a:t>
            </a:r>
          </a:p>
          <a:p>
            <a:r>
              <a:rPr lang="pt-P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Capital de giro e fluxo de caixa</a:t>
            </a:r>
          </a:p>
          <a:p>
            <a:r>
              <a:rPr lang="pt-P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plano de negócios</a:t>
            </a:r>
            <a:endParaRPr lang="pt-B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3859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51D9A7A-495E-4DA3-B02D-C64D0C53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>
                <a:solidFill>
                  <a:srgbClr val="FFFFFF"/>
                </a:solidFill>
              </a:rPr>
              <a:t>OBJETIVOS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A876799-2CBB-4F4B-9CA7-E0C6A8135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437830"/>
            <a:ext cx="9114023" cy="4420169"/>
          </a:xfrm>
        </p:spPr>
        <p:txBody>
          <a:bodyPr>
            <a:normAutofit/>
          </a:bodyPr>
          <a:lstStyle/>
          <a:p>
            <a:r>
              <a:rPr lang="pt-PT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Desenvolver espírito empreendedor por maio de conceitos e práticas capazes de alavancar  a competência de articulação técnica e humanística em diferentes contextos organizacionais e sociais</a:t>
            </a:r>
          </a:p>
          <a:p>
            <a:r>
              <a:rPr lang="pt-PT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Otimizar o uso de recursos em atividades de negócios</a:t>
            </a:r>
            <a:endParaRPr lang="pt-BR" sz="3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pt-BR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2479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51D9A7A-495E-4DA3-B02D-C64D0C53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 dirty="0">
                <a:solidFill>
                  <a:srgbClr val="FFFFFF"/>
                </a:solidFill>
              </a:rPr>
              <a:t>PROGRAMA (N1)</a:t>
            </a:r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A876799-2CBB-4F4B-9CA7-E0C6A8135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437830"/>
            <a:ext cx="9757490" cy="4420169"/>
          </a:xfrm>
        </p:spPr>
        <p:txBody>
          <a:bodyPr>
            <a:noAutofit/>
          </a:bodyPr>
          <a:lstStyle/>
          <a:p>
            <a:pPr lvl="0"/>
            <a:r>
              <a:rPr lang="pt-PT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 de empreendedirismo, conceito de inovação, comportamento empreendedor e inovador</a:t>
            </a:r>
          </a:p>
          <a:p>
            <a:pPr lvl="0"/>
            <a:r>
              <a:rPr lang="pt-PT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estabelecimento de metas</a:t>
            </a:r>
          </a:p>
          <a:p>
            <a:r>
              <a:rPr lang="pt-PT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plano de negócios</a:t>
            </a:r>
            <a:endParaRPr lang="pt-BR" sz="3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r>
              <a:rPr lang="pt-PT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Percepção de mercado consumidor</a:t>
            </a:r>
          </a:p>
          <a:p>
            <a:pPr lvl="0"/>
            <a:r>
              <a:rPr lang="pt-PT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Plano de Marketing</a:t>
            </a:r>
          </a:p>
          <a:p>
            <a:pPr lvl="0"/>
            <a:r>
              <a:rPr lang="pt-PT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Plano Operacional</a:t>
            </a:r>
          </a:p>
        </p:txBody>
      </p:sp>
    </p:spTree>
    <p:extLst>
      <p:ext uri="{BB962C8B-B14F-4D97-AF65-F5344CB8AC3E}">
        <p14:creationId xmlns:p14="http://schemas.microsoft.com/office/powerpoint/2010/main" val="4069732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51D9A7A-495E-4DA3-B02D-C64D0C53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pt-PT" b="1"/>
              <a:t>PROGRAMA (N2)</a:t>
            </a:r>
            <a:endParaRPr lang="pt-BR"/>
          </a:p>
        </p:txBody>
      </p:sp>
      <p:graphicFrame>
        <p:nvGraphicFramePr>
          <p:cNvPr id="21" name="Espaço Reservado para Conteúdo 4">
            <a:extLst>
              <a:ext uri="{FF2B5EF4-FFF2-40B4-BE49-F238E27FC236}">
                <a16:creationId xmlns:a16="http://schemas.microsoft.com/office/drawing/2014/main" id="{91C869C0-6FA8-4371-8577-DC9217D1E1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4002901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7982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10">
            <a:extLst>
              <a:ext uri="{FF2B5EF4-FFF2-40B4-BE49-F238E27FC236}">
                <a16:creationId xmlns:a16="http://schemas.microsoft.com/office/drawing/2014/main" id="{1485FFDC-0CAD-450C-A1F1-75E392CC8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12">
            <a:extLst>
              <a:ext uri="{FF2B5EF4-FFF2-40B4-BE49-F238E27FC236}">
                <a16:creationId xmlns:a16="http://schemas.microsoft.com/office/drawing/2014/main" id="{F9672BDB-4ABD-40E5-A8B8-F7340E3BD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Rectangle 14">
            <a:extLst>
              <a:ext uri="{FF2B5EF4-FFF2-40B4-BE49-F238E27FC236}">
                <a16:creationId xmlns:a16="http://schemas.microsoft.com/office/drawing/2014/main" id="{B1FA2BC7-3F19-4E1C-B3D1-19995D9F6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16">
            <a:extLst>
              <a:ext uri="{FF2B5EF4-FFF2-40B4-BE49-F238E27FC236}">
                <a16:creationId xmlns:a16="http://schemas.microsoft.com/office/drawing/2014/main" id="{62FF40B5-1E36-4442-8D28-D1AA571AD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34" name="Rectangle 18">
            <a:extLst>
              <a:ext uri="{FF2B5EF4-FFF2-40B4-BE49-F238E27FC236}">
                <a16:creationId xmlns:a16="http://schemas.microsoft.com/office/drawing/2014/main" id="{73C09592-2DB2-47C0-A5CB-BD39288D1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51D9A7A-495E-4DA3-B02D-C64D0C53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pt-PT" sz="4100" b="1"/>
              <a:t>METODOLOGIA</a:t>
            </a:r>
            <a:endParaRPr lang="pt-BR" sz="4100"/>
          </a:p>
        </p:txBody>
      </p:sp>
      <p:graphicFrame>
        <p:nvGraphicFramePr>
          <p:cNvPr id="35" name="Espaço Reservado para Conteúdo 4">
            <a:extLst>
              <a:ext uri="{FF2B5EF4-FFF2-40B4-BE49-F238E27FC236}">
                <a16:creationId xmlns:a16="http://schemas.microsoft.com/office/drawing/2014/main" id="{E60E5619-7588-4FF1-B90D-9DB39B5201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785761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370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51D9A7A-495E-4DA3-B02D-C64D0C53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pt-PT" b="1"/>
              <a:t>AED</a:t>
            </a:r>
            <a:endParaRPr lang="pt-BR"/>
          </a:p>
        </p:txBody>
      </p:sp>
      <p:graphicFrame>
        <p:nvGraphicFramePr>
          <p:cNvPr id="7" name="Espaço Reservado para Conteúdo 4">
            <a:extLst>
              <a:ext uri="{FF2B5EF4-FFF2-40B4-BE49-F238E27FC236}">
                <a16:creationId xmlns:a16="http://schemas.microsoft.com/office/drawing/2014/main" id="{6DA72DF2-5B74-45B9-BF97-476B9F37DB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600963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1732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51D9A7A-495E-4DA3-B02D-C64D0C53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 dirty="0">
                <a:solidFill>
                  <a:srgbClr val="FFFFFF"/>
                </a:solidFill>
              </a:rPr>
              <a:t>AVALIAÇÃO</a:t>
            </a:r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A876799-2CBB-4F4B-9CA7-E0C6A8135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437830"/>
            <a:ext cx="9757490" cy="4420169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pt-P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NOTA = 40% N1 + 60% N2</a:t>
            </a:r>
          </a:p>
          <a:p>
            <a:pPr marL="0" lvl="0" indent="0" algn="ctr">
              <a:buNone/>
            </a:pPr>
            <a:r>
              <a:rPr lang="pt-P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N1 = 90% PBLs + 10% AED</a:t>
            </a:r>
          </a:p>
          <a:p>
            <a:pPr marL="0" indent="0" algn="ctr">
              <a:buNone/>
            </a:pPr>
            <a:r>
              <a:rPr lang="pt-P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N2 = 90% PBLs + 10% AED</a:t>
            </a:r>
          </a:p>
          <a:p>
            <a:pPr marL="0" indent="0" algn="ctr">
              <a:buNone/>
            </a:pPr>
            <a:endParaRPr lang="pt-PT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pt-P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Média Final = 10% AI + 90% NOTA</a:t>
            </a:r>
            <a:endParaRPr lang="pt-B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endParaRPr lang="pt-B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5560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51D9A7A-495E-4DA3-B02D-C64D0C53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pt-PT" b="1"/>
              <a:t>CRONOGAMA</a:t>
            </a:r>
            <a:endParaRPr lang="pt-BR"/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AB5FE86E-8BA1-48B5-8A90-A5D3CDEFC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1278245"/>
              </p:ext>
            </p:extLst>
          </p:nvPr>
        </p:nvGraphicFramePr>
        <p:xfrm>
          <a:off x="0" y="1536700"/>
          <a:ext cx="9809591" cy="5684322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{5C22544A-7EE6-4342-B048-85BDC9FD1C3A}</a:tableStyleId>
              </a:tblPr>
              <a:tblGrid>
                <a:gridCol w="8274963">
                  <a:extLst>
                    <a:ext uri="{9D8B030D-6E8A-4147-A177-3AD203B41FA5}">
                      <a16:colId xmlns:a16="http://schemas.microsoft.com/office/drawing/2014/main" val="1576239008"/>
                    </a:ext>
                  </a:extLst>
                </a:gridCol>
                <a:gridCol w="1534628">
                  <a:extLst>
                    <a:ext uri="{9D8B030D-6E8A-4147-A177-3AD203B41FA5}">
                      <a16:colId xmlns:a16="http://schemas.microsoft.com/office/drawing/2014/main" val="2122069504"/>
                    </a:ext>
                  </a:extLst>
                </a:gridCol>
              </a:tblGrid>
              <a:tr h="243789">
                <a:tc>
                  <a:txBody>
                    <a:bodyPr/>
                    <a:lstStyle/>
                    <a:p>
                      <a:pPr algn="ctr"/>
                      <a:endParaRPr lang="pt-BR" sz="20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2000" b="1" cap="none" spc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Horas-aula</a:t>
                      </a:r>
                      <a:endParaRPr lang="pt-BR" sz="2000" b="1" cap="none" spc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94998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Conceitos principais, definição de projetos e ciclo empreendedor e da inovação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070753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Características, valores e virtudes do empreendedor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568866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Perfil do empreendedor e Liderança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122251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Empreendedorismo X Desenvolvimento Econômico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083572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Impacto da atividade empreendedora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07280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Empreendedorismo social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830243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Planejar o Negócio - Plano de Negócios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066117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Potencial do Negócio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082127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Estratégia Competitiva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024755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Análise de Mercado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018555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Plano de Marketing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337896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Plano e Projeções Financeiras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518525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Viabilidade econômica do Negócio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869401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Pesquisa de Mercado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448084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r>
                        <a:rPr lang="pt-PT" sz="1600" b="1" cap="none" spc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Processos de Inovação</a:t>
                      </a:r>
                      <a:endParaRPr lang="pt-BR" sz="1600" b="1" cap="none" spc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b="1" cap="none" spc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433750"/>
                  </a:ext>
                </a:extLst>
              </a:tr>
              <a:tr h="209693">
                <a:tc>
                  <a:txBody>
                    <a:bodyPr/>
                    <a:lstStyle/>
                    <a:p>
                      <a:pPr algn="r"/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sz="1600" b="1" cap="none" spc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5801" marR="36673" marT="10229" marB="7671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396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06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51D9A7A-495E-4DA3-B02D-C64D0C53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 dirty="0">
                <a:solidFill>
                  <a:srgbClr val="FFFFFF"/>
                </a:solidFill>
              </a:rPr>
              <a:t>BIBLIOGRAFIA</a:t>
            </a:r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A876799-2CBB-4F4B-9CA7-E0C6A8135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437830"/>
            <a:ext cx="9757490" cy="442016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DEGEN, Ronald Jean. 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empreendedor: empreender como opção de carreira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São Paulo: Pearson Prentice Hall, 2017</a:t>
            </a:r>
          </a:p>
          <a:p>
            <a:pPr>
              <a:lnSpc>
                <a:spcPct val="100000"/>
              </a:lnSpc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MENDES, Jerônimo. 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Manual do empreendedor: como construir um empreendimento de sucesso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São Paulo: Atlas, 2009.</a:t>
            </a:r>
          </a:p>
          <a:p>
            <a:pPr>
              <a:lnSpc>
                <a:spcPct val="100000"/>
              </a:lnSpc>
            </a:pP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Management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Body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Knowledgment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PMBoK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5th Ed, PMI Press, Plymouth, USA (traduzido para o português em www.pmimg.org.br), 2016</a:t>
            </a:r>
          </a:p>
          <a:p>
            <a:pPr>
              <a:lnSpc>
                <a:spcPct val="100000"/>
              </a:lnSpc>
            </a:pP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Artigos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IEEE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Transactions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Engineering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Management Society, IEEE Press, New Jersey.</a:t>
            </a:r>
          </a:p>
        </p:txBody>
      </p:sp>
    </p:spTree>
    <p:extLst>
      <p:ext uri="{BB962C8B-B14F-4D97-AF65-F5344CB8AC3E}">
        <p14:creationId xmlns:p14="http://schemas.microsoft.com/office/powerpoint/2010/main" val="418222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44022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m">
  <a:themeElements>
    <a:clrScheme name="Berlim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m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m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430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Trebuchet MS</vt:lpstr>
      <vt:lpstr>Berlim</vt:lpstr>
      <vt:lpstr>Negócios em T.I.</vt:lpstr>
      <vt:lpstr>EMENTA</vt:lpstr>
      <vt:lpstr>OBJETIVOS</vt:lpstr>
      <vt:lpstr>PROGRAMA (N1)</vt:lpstr>
      <vt:lpstr>PROGRAMA (N2)</vt:lpstr>
      <vt:lpstr>METODOLOGIA</vt:lpstr>
      <vt:lpstr>AED</vt:lpstr>
      <vt:lpstr>AVALIAÇÃO</vt:lpstr>
      <vt:lpstr>CRONOGAMA</vt:lpstr>
      <vt:lpstr>BIBLIOGRAFIA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Negócios em T.I.</dc:title>
  <dc:creator>Leonardo Guedes</dc:creator>
  <cp:lastModifiedBy>Leonardo Guedes</cp:lastModifiedBy>
  <cp:revision>1</cp:revision>
  <dcterms:created xsi:type="dcterms:W3CDTF">2021-02-19T22:40:13Z</dcterms:created>
  <dcterms:modified xsi:type="dcterms:W3CDTF">2021-02-19T22:41:53Z</dcterms:modified>
</cp:coreProperties>
</file>